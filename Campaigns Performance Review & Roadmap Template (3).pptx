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4"/>
    <p:sldMasterId id="2147483719" r:id="rId5"/>
  </p:sldMasterIdLst>
  <p:notesMasterIdLst>
    <p:notesMasterId r:id="rId13"/>
  </p:notesMasterIdLst>
  <p:sldIdLst>
    <p:sldId id="2147478640" r:id="rId6"/>
    <p:sldId id="2147478698" r:id="rId7"/>
    <p:sldId id="2147478699" r:id="rId8"/>
    <p:sldId id="2147478700" r:id="rId9"/>
    <p:sldId id="2147478647" r:id="rId10"/>
    <p:sldId id="2147478626" r:id="rId11"/>
    <p:sldId id="21474786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2F860A-753A-1F03-75FF-1B18239A938E}" name="Budgemohan, Jerusha" initials="BJ" userId="S::f3345580@fnb.co.za::14a3a3cc-d6db-42b6-98c4-13585a0189f0" providerId="AD"/>
  <p188:author id="{AC6E2110-C08F-0F7E-427D-3EE00AF2F656}" name="Smith, Monique" initials="MS" userId="S::F4501926@fnb.co.za::d8566be2-338f-488b-99c7-8049e3edfa76" providerId="AD"/>
  <p188:author id="{4D9F541D-3FF9-A3D8-C224-2BD4D471811B}" name="Bopape, Lenaka" initials="LB" userId="S::F5257077@FNB.CO.ZA::54a971d7-d4d0-4eff-902b-d174051f1d96" providerId="AD"/>
  <p188:author id="{B57CC326-CAB5-6250-172F-9B68538615E0}" name="Kwinana, Stephen" initials="SK" userId="S::F4660048@fnb.co.za::3f75503c-e9d2-4212-a61f-cc9ecab71ae3" providerId="AD"/>
  <p188:author id="{66FC4D62-CFAF-0040-352F-3D4E58E46096}" name="Mahori, Lebogang" initials="LM" userId="S::F5048605@FNB.CO.ZA::20551923-4806-4ac4-8181-616eaf2e56b1" providerId="AD"/>
  <p188:author id="{BBADDD8D-69E7-9A2E-F0CD-0EDEBE084A4E}" name="Mokomane, Katlego" initials="MK" userId="S::F4778014@fnb.co.za::d9de0779-08fd-48cd-b15b-590bf93bbce8" providerId="AD"/>
  <p188:author id="{F1DDC5B5-09DC-568E-B7ED-B289031E852C}" name="Townsend, Tracey" initials="TT" userId="S::TraceyB@fnb.co.za::3cb0ad84-3d9d-4ba5-9a2e-ff97320b9805" providerId="AD"/>
  <p188:author id="{539A9DCD-3E4F-1D43-97BF-5B95597D2944}" name="Morris, Christopher" initials="CM" userId="S::F5002133@FNB.CO.ZA::9836a91b-f738-4baa-9f31-20902d0455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AD"/>
    <a:srgbClr val="FAFAFA"/>
    <a:srgbClr val="7CA4BB"/>
    <a:srgbClr val="09594C"/>
    <a:srgbClr val="006666"/>
    <a:srgbClr val="C05D19"/>
    <a:srgbClr val="000000"/>
    <a:srgbClr val="172C51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E8DA7-D641-40F3-BC2D-FD54966ED5B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1A394-4606-4A4F-A11B-439D2C98A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05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2A7A0D3-241D-3B6F-1DF9-A0C3E3708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rcRect/>
          <a:stretch/>
        </p:blipFill>
        <p:spPr>
          <a:xfrm>
            <a:off x="1" y="-142240"/>
            <a:ext cx="12239184" cy="7000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2A5292-20BB-2FD4-954E-638E5143CD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4703" y="4547287"/>
            <a:ext cx="8384447" cy="741405"/>
          </a:xfrm>
          <a:prstGeom prst="rect">
            <a:avLst/>
          </a:prstGeom>
          <a:effectLst>
            <a:outerShdw blurRad="50800" dist="109577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F26B4E-C383-B597-5FAA-9CAFC5D90C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9994" y="5346128"/>
            <a:ext cx="2167006" cy="1454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230E4-5658-FF82-83A2-87601FE44A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7152" t="15159" r="54141" b="13265"/>
          <a:stretch/>
        </p:blipFill>
        <p:spPr>
          <a:xfrm>
            <a:off x="671795" y="753405"/>
            <a:ext cx="5138420" cy="5351190"/>
          </a:xfrm>
          <a:prstGeom prst="rect">
            <a:avLst/>
          </a:prstGeom>
          <a:effectLst>
            <a:outerShdw blurRad="191882" dist="54602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6037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63F22-D343-0524-FEF6-A605F617A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rcRect/>
          <a:stretch/>
        </p:blipFill>
        <p:spPr>
          <a:xfrm>
            <a:off x="1" y="-142240"/>
            <a:ext cx="12239184" cy="7000239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C78FAA5A-F6D7-724F-9CC1-3B042713F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70" y="744001"/>
            <a:ext cx="8580507" cy="685941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A7CCEB-DEFF-6481-A3A2-BB445841A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46" y="6808574"/>
            <a:ext cx="12210845" cy="222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10E0E2-0C1C-53C8-67D9-4581DE4DA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7152" t="15159" r="54141" b="13265"/>
          <a:stretch/>
        </p:blipFill>
        <p:spPr>
          <a:xfrm>
            <a:off x="10655038" y="5195858"/>
            <a:ext cx="1382474" cy="1439719"/>
          </a:xfrm>
          <a:prstGeom prst="rect">
            <a:avLst/>
          </a:prstGeom>
          <a:effectLst>
            <a:outerShdw blurRad="246224" dist="94597" dir="11940000" algn="r" rotWithShape="0">
              <a:prstClr val="black">
                <a:alpha val="27681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593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106E45D0-035B-4ABB-8EE2-C00C0D880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976" y="-10601"/>
            <a:ext cx="12239975" cy="686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79AD86-6099-96DF-BAD7-39F678A9C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46" y="6796216"/>
            <a:ext cx="12469717" cy="227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FA5316-8DEE-5133-3C5A-E9EDFE92B5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10" y="943052"/>
            <a:ext cx="8580507" cy="685941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rgbClr val="C66C36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 descr="A symbol with a black background&#10;&#10;Description automatically generated">
            <a:extLst>
              <a:ext uri="{FF2B5EF4-FFF2-40B4-BE49-F238E27FC236}">
                <a16:creationId xmlns:a16="http://schemas.microsoft.com/office/drawing/2014/main" id="{86611DAB-FF02-5E30-7ED8-E0B1424EC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42"/>
          <a:stretch/>
        </p:blipFill>
        <p:spPr>
          <a:xfrm>
            <a:off x="10687986" y="5105624"/>
            <a:ext cx="1504013" cy="18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9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106E45D0-035B-4ABB-8EE2-C00C0D880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976" y="-10601"/>
            <a:ext cx="12239975" cy="686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79AD86-6099-96DF-BAD7-39F678A9C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46" y="6796216"/>
            <a:ext cx="12469717" cy="227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FA5316-8DEE-5133-3C5A-E9EDFE92B5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10" y="943052"/>
            <a:ext cx="8580507" cy="685941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rgbClr val="C66C36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 descr="A symbol with a black background&#10;&#10;Description automatically generated">
            <a:extLst>
              <a:ext uri="{FF2B5EF4-FFF2-40B4-BE49-F238E27FC236}">
                <a16:creationId xmlns:a16="http://schemas.microsoft.com/office/drawing/2014/main" id="{86611DAB-FF02-5E30-7ED8-E0B1424EC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42"/>
          <a:stretch/>
        </p:blipFill>
        <p:spPr>
          <a:xfrm>
            <a:off x="11203741" y="5820973"/>
            <a:ext cx="917711" cy="11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63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8582D-D7C2-476B-8273-81DEBE214C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rcRect/>
          <a:stretch/>
        </p:blipFill>
        <p:spPr>
          <a:xfrm>
            <a:off x="1" y="-142240"/>
            <a:ext cx="12239184" cy="7000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C91A4-8D03-CBC2-A8DB-0DCB7984BE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4703" y="4547287"/>
            <a:ext cx="8384447" cy="741405"/>
          </a:xfrm>
          <a:prstGeom prst="rect">
            <a:avLst/>
          </a:prstGeom>
          <a:effectLst>
            <a:outerShdw blurRad="50800" dist="109577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1348C-1D7D-EF10-8931-BF4362FB1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9994" y="5346128"/>
            <a:ext cx="2167006" cy="1454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0474C9-4C22-C147-0BF8-B689F4C2D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7152" t="15159" r="54141" b="13265"/>
          <a:stretch/>
        </p:blipFill>
        <p:spPr>
          <a:xfrm>
            <a:off x="671795" y="753405"/>
            <a:ext cx="5138420" cy="5351190"/>
          </a:xfrm>
          <a:prstGeom prst="rect">
            <a:avLst/>
          </a:prstGeom>
          <a:effectLst>
            <a:outerShdw blurRad="191882" dist="54602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878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872D-C668-4AF2-BCBD-16EDD74B9A2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7754-EB69-4271-83F0-4EC217497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8"/>
          <p:cNvSpPr>
            <a:spLocks noGrp="1"/>
          </p:cNvSpPr>
          <p:nvPr>
            <p:ph type="pic" sz="quarter" idx="13"/>
          </p:nvPr>
        </p:nvSpPr>
        <p:spPr>
          <a:xfrm>
            <a:off x="1028700" y="1485900"/>
            <a:ext cx="24892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4"/>
          </p:nvPr>
        </p:nvSpPr>
        <p:spPr>
          <a:xfrm>
            <a:off x="3606800" y="1485900"/>
            <a:ext cx="24892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>
          <a:xfrm>
            <a:off x="6184900" y="1485900"/>
            <a:ext cx="24892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6"/>
          </p:nvPr>
        </p:nvSpPr>
        <p:spPr>
          <a:xfrm>
            <a:off x="8763000" y="1485900"/>
            <a:ext cx="24892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21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A21FF4-C6FB-1B37-B84F-F426F7F576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72676" y="1163007"/>
            <a:ext cx="5220666" cy="55474"/>
          </a:xfrm>
          <a:prstGeom prst="rect">
            <a:avLst/>
          </a:prstGeom>
        </p:spPr>
      </p:pic>
      <p:sp>
        <p:nvSpPr>
          <p:cNvPr id="9" name="Teardrop 4">
            <a:extLst>
              <a:ext uri="{FF2B5EF4-FFF2-40B4-BE49-F238E27FC236}">
                <a16:creationId xmlns:a16="http://schemas.microsoft.com/office/drawing/2014/main" id="{DB5755EA-1FAC-1449-3C20-E421D1E7EC67}"/>
              </a:ext>
            </a:extLst>
          </p:cNvPr>
          <p:cNvSpPr/>
          <p:nvPr userDrawn="1"/>
        </p:nvSpPr>
        <p:spPr>
          <a:xfrm rot="9000000">
            <a:off x="11521190" y="5400303"/>
            <a:ext cx="573590" cy="533887"/>
          </a:xfrm>
          <a:custGeom>
            <a:avLst/>
            <a:gdLst>
              <a:gd name="connsiteX0" fmla="*/ 0 w 1797027"/>
              <a:gd name="connsiteY0" fmla="*/ 846209 h 1692418"/>
              <a:gd name="connsiteX1" fmla="*/ 898514 w 1797027"/>
              <a:gd name="connsiteY1" fmla="*/ 0 h 1692418"/>
              <a:gd name="connsiteX2" fmla="*/ 1772462 w 1797027"/>
              <a:gd name="connsiteY2" fmla="*/ 23135 h 1692418"/>
              <a:gd name="connsiteX3" fmla="*/ 1797027 w 1797027"/>
              <a:gd name="connsiteY3" fmla="*/ 846209 h 1692418"/>
              <a:gd name="connsiteX4" fmla="*/ 898513 w 1797027"/>
              <a:gd name="connsiteY4" fmla="*/ 1692418 h 1692418"/>
              <a:gd name="connsiteX5" fmla="*/ -1 w 1797027"/>
              <a:gd name="connsiteY5" fmla="*/ 846209 h 1692418"/>
              <a:gd name="connsiteX6" fmla="*/ 0 w 1797027"/>
              <a:gd name="connsiteY6" fmla="*/ 846209 h 1692418"/>
              <a:gd name="connsiteX0" fmla="*/ 1 w 1774417"/>
              <a:gd name="connsiteY0" fmla="*/ 846209 h 1692418"/>
              <a:gd name="connsiteX1" fmla="*/ 898515 w 1774417"/>
              <a:gd name="connsiteY1" fmla="*/ 0 h 1692418"/>
              <a:gd name="connsiteX2" fmla="*/ 1772463 w 1774417"/>
              <a:gd name="connsiteY2" fmla="*/ 23135 h 1692418"/>
              <a:gd name="connsiteX3" fmla="*/ 1696901 w 1774417"/>
              <a:gd name="connsiteY3" fmla="*/ 831014 h 1692418"/>
              <a:gd name="connsiteX4" fmla="*/ 898514 w 1774417"/>
              <a:gd name="connsiteY4" fmla="*/ 1692418 h 1692418"/>
              <a:gd name="connsiteX5" fmla="*/ 0 w 1774417"/>
              <a:gd name="connsiteY5" fmla="*/ 846209 h 1692418"/>
              <a:gd name="connsiteX6" fmla="*/ 1 w 1774417"/>
              <a:gd name="connsiteY6" fmla="*/ 846209 h 1692418"/>
              <a:gd name="connsiteX0" fmla="*/ 1 w 1788866"/>
              <a:gd name="connsiteY0" fmla="*/ 846209 h 1692418"/>
              <a:gd name="connsiteX1" fmla="*/ 898515 w 1788866"/>
              <a:gd name="connsiteY1" fmla="*/ 0 h 1692418"/>
              <a:gd name="connsiteX2" fmla="*/ 1772463 w 1788866"/>
              <a:gd name="connsiteY2" fmla="*/ 23135 h 1692418"/>
              <a:gd name="connsiteX3" fmla="*/ 1788866 w 1788866"/>
              <a:gd name="connsiteY3" fmla="*/ 737332 h 1692418"/>
              <a:gd name="connsiteX4" fmla="*/ 898514 w 1788866"/>
              <a:gd name="connsiteY4" fmla="*/ 1692418 h 1692418"/>
              <a:gd name="connsiteX5" fmla="*/ 0 w 1788866"/>
              <a:gd name="connsiteY5" fmla="*/ 846209 h 1692418"/>
              <a:gd name="connsiteX6" fmla="*/ 1 w 1788866"/>
              <a:gd name="connsiteY6" fmla="*/ 846209 h 1692418"/>
              <a:gd name="connsiteX0" fmla="*/ 1 w 1794292"/>
              <a:gd name="connsiteY0" fmla="*/ 846209 h 1692418"/>
              <a:gd name="connsiteX1" fmla="*/ 898515 w 1794292"/>
              <a:gd name="connsiteY1" fmla="*/ 0 h 1692418"/>
              <a:gd name="connsiteX2" fmla="*/ 1772463 w 1794292"/>
              <a:gd name="connsiteY2" fmla="*/ 23135 h 1692418"/>
              <a:gd name="connsiteX3" fmla="*/ 1788866 w 1794292"/>
              <a:gd name="connsiteY3" fmla="*/ 737332 h 1692418"/>
              <a:gd name="connsiteX4" fmla="*/ 898514 w 1794292"/>
              <a:gd name="connsiteY4" fmla="*/ 1692418 h 1692418"/>
              <a:gd name="connsiteX5" fmla="*/ 0 w 1794292"/>
              <a:gd name="connsiteY5" fmla="*/ 846209 h 1692418"/>
              <a:gd name="connsiteX6" fmla="*/ 1 w 1794292"/>
              <a:gd name="connsiteY6" fmla="*/ 846209 h 1692418"/>
              <a:gd name="connsiteX0" fmla="*/ 1 w 1851994"/>
              <a:gd name="connsiteY0" fmla="*/ 846209 h 1709771"/>
              <a:gd name="connsiteX1" fmla="*/ 898515 w 1851994"/>
              <a:gd name="connsiteY1" fmla="*/ 0 h 1709771"/>
              <a:gd name="connsiteX2" fmla="*/ 1772463 w 1851994"/>
              <a:gd name="connsiteY2" fmla="*/ 23135 h 1709771"/>
              <a:gd name="connsiteX3" fmla="*/ 1788866 w 1851994"/>
              <a:gd name="connsiteY3" fmla="*/ 737332 h 1709771"/>
              <a:gd name="connsiteX4" fmla="*/ 912169 w 1851994"/>
              <a:gd name="connsiteY4" fmla="*/ 1709771 h 1709771"/>
              <a:gd name="connsiteX5" fmla="*/ 0 w 1851994"/>
              <a:gd name="connsiteY5" fmla="*/ 846209 h 1709771"/>
              <a:gd name="connsiteX6" fmla="*/ 1 w 1851994"/>
              <a:gd name="connsiteY6" fmla="*/ 846209 h 1709771"/>
              <a:gd name="connsiteX0" fmla="*/ 1 w 1795472"/>
              <a:gd name="connsiteY0" fmla="*/ 846209 h 1709771"/>
              <a:gd name="connsiteX1" fmla="*/ 898515 w 1795472"/>
              <a:gd name="connsiteY1" fmla="*/ 0 h 1709771"/>
              <a:gd name="connsiteX2" fmla="*/ 1772463 w 1795472"/>
              <a:gd name="connsiteY2" fmla="*/ 23135 h 1709771"/>
              <a:gd name="connsiteX3" fmla="*/ 1788866 w 1795472"/>
              <a:gd name="connsiteY3" fmla="*/ 737332 h 1709771"/>
              <a:gd name="connsiteX4" fmla="*/ 912169 w 1795472"/>
              <a:gd name="connsiteY4" fmla="*/ 1709771 h 1709771"/>
              <a:gd name="connsiteX5" fmla="*/ 0 w 1795472"/>
              <a:gd name="connsiteY5" fmla="*/ 846209 h 1709771"/>
              <a:gd name="connsiteX6" fmla="*/ 1 w 1795472"/>
              <a:gd name="connsiteY6" fmla="*/ 846209 h 1709771"/>
              <a:gd name="connsiteX0" fmla="*/ 1 w 1795472"/>
              <a:gd name="connsiteY0" fmla="*/ 846209 h 1710158"/>
              <a:gd name="connsiteX1" fmla="*/ 898515 w 1795472"/>
              <a:gd name="connsiteY1" fmla="*/ 0 h 1710158"/>
              <a:gd name="connsiteX2" fmla="*/ 1772463 w 1795472"/>
              <a:gd name="connsiteY2" fmla="*/ 23135 h 1710158"/>
              <a:gd name="connsiteX3" fmla="*/ 1788866 w 1795472"/>
              <a:gd name="connsiteY3" fmla="*/ 737332 h 1710158"/>
              <a:gd name="connsiteX4" fmla="*/ 912169 w 1795472"/>
              <a:gd name="connsiteY4" fmla="*/ 1709771 h 1710158"/>
              <a:gd name="connsiteX5" fmla="*/ 0 w 1795472"/>
              <a:gd name="connsiteY5" fmla="*/ 846209 h 1710158"/>
              <a:gd name="connsiteX6" fmla="*/ 1 w 1795472"/>
              <a:gd name="connsiteY6" fmla="*/ 846209 h 1710158"/>
              <a:gd name="connsiteX0" fmla="*/ 0 w 1830031"/>
              <a:gd name="connsiteY0" fmla="*/ 898568 h 1768265"/>
              <a:gd name="connsiteX1" fmla="*/ 933074 w 1830031"/>
              <a:gd name="connsiteY1" fmla="*/ 58107 h 1768265"/>
              <a:gd name="connsiteX2" fmla="*/ 1807022 w 1830031"/>
              <a:gd name="connsiteY2" fmla="*/ 81242 h 1768265"/>
              <a:gd name="connsiteX3" fmla="*/ 1823425 w 1830031"/>
              <a:gd name="connsiteY3" fmla="*/ 795439 h 1768265"/>
              <a:gd name="connsiteX4" fmla="*/ 946728 w 1830031"/>
              <a:gd name="connsiteY4" fmla="*/ 1767878 h 1768265"/>
              <a:gd name="connsiteX5" fmla="*/ 34559 w 1830031"/>
              <a:gd name="connsiteY5" fmla="*/ 904316 h 1768265"/>
              <a:gd name="connsiteX6" fmla="*/ 0 w 1830031"/>
              <a:gd name="connsiteY6" fmla="*/ 898568 h 1768265"/>
              <a:gd name="connsiteX0" fmla="*/ 0 w 1830031"/>
              <a:gd name="connsiteY0" fmla="*/ 898568 h 1768265"/>
              <a:gd name="connsiteX1" fmla="*/ 933074 w 1830031"/>
              <a:gd name="connsiteY1" fmla="*/ 58107 h 1768265"/>
              <a:gd name="connsiteX2" fmla="*/ 1807022 w 1830031"/>
              <a:gd name="connsiteY2" fmla="*/ 81242 h 1768265"/>
              <a:gd name="connsiteX3" fmla="*/ 1823425 w 1830031"/>
              <a:gd name="connsiteY3" fmla="*/ 795439 h 1768265"/>
              <a:gd name="connsiteX4" fmla="*/ 946728 w 1830031"/>
              <a:gd name="connsiteY4" fmla="*/ 1767878 h 1768265"/>
              <a:gd name="connsiteX5" fmla="*/ 34559 w 1830031"/>
              <a:gd name="connsiteY5" fmla="*/ 904316 h 1768265"/>
              <a:gd name="connsiteX6" fmla="*/ 0 w 1830031"/>
              <a:gd name="connsiteY6" fmla="*/ 898568 h 1768265"/>
              <a:gd name="connsiteX0" fmla="*/ 0 w 1830031"/>
              <a:gd name="connsiteY0" fmla="*/ 858034 h 1727731"/>
              <a:gd name="connsiteX1" fmla="*/ 933074 w 1830031"/>
              <a:gd name="connsiteY1" fmla="*/ 17573 h 1727731"/>
              <a:gd name="connsiteX2" fmla="*/ 1807022 w 1830031"/>
              <a:gd name="connsiteY2" fmla="*/ 40708 h 1727731"/>
              <a:gd name="connsiteX3" fmla="*/ 1823425 w 1830031"/>
              <a:gd name="connsiteY3" fmla="*/ 754905 h 1727731"/>
              <a:gd name="connsiteX4" fmla="*/ 946728 w 1830031"/>
              <a:gd name="connsiteY4" fmla="*/ 1727344 h 1727731"/>
              <a:gd name="connsiteX5" fmla="*/ 34559 w 1830031"/>
              <a:gd name="connsiteY5" fmla="*/ 863782 h 1727731"/>
              <a:gd name="connsiteX6" fmla="*/ 0 w 1830031"/>
              <a:gd name="connsiteY6" fmla="*/ 858034 h 1727731"/>
              <a:gd name="connsiteX0" fmla="*/ 0 w 1830031"/>
              <a:gd name="connsiteY0" fmla="*/ 858034 h 1727731"/>
              <a:gd name="connsiteX1" fmla="*/ 933074 w 1830031"/>
              <a:gd name="connsiteY1" fmla="*/ 17573 h 1727731"/>
              <a:gd name="connsiteX2" fmla="*/ 1807022 w 1830031"/>
              <a:gd name="connsiteY2" fmla="*/ 40708 h 1727731"/>
              <a:gd name="connsiteX3" fmla="*/ 1823425 w 1830031"/>
              <a:gd name="connsiteY3" fmla="*/ 754905 h 1727731"/>
              <a:gd name="connsiteX4" fmla="*/ 946728 w 1830031"/>
              <a:gd name="connsiteY4" fmla="*/ 1727344 h 1727731"/>
              <a:gd name="connsiteX5" fmla="*/ 0 w 1830031"/>
              <a:gd name="connsiteY5" fmla="*/ 858034 h 1727731"/>
              <a:gd name="connsiteX0" fmla="*/ 3865 w 1833896"/>
              <a:gd name="connsiteY0" fmla="*/ 858034 h 1727939"/>
              <a:gd name="connsiteX1" fmla="*/ 936939 w 1833896"/>
              <a:gd name="connsiteY1" fmla="*/ 17573 h 1727939"/>
              <a:gd name="connsiteX2" fmla="*/ 1810887 w 1833896"/>
              <a:gd name="connsiteY2" fmla="*/ 40708 h 1727939"/>
              <a:gd name="connsiteX3" fmla="*/ 1827290 w 1833896"/>
              <a:gd name="connsiteY3" fmla="*/ 754905 h 1727939"/>
              <a:gd name="connsiteX4" fmla="*/ 950593 w 1833896"/>
              <a:gd name="connsiteY4" fmla="*/ 1727344 h 1727939"/>
              <a:gd name="connsiteX5" fmla="*/ 3865 w 1833896"/>
              <a:gd name="connsiteY5" fmla="*/ 858034 h 1727939"/>
              <a:gd name="connsiteX0" fmla="*/ 4281 w 1834312"/>
              <a:gd name="connsiteY0" fmla="*/ 858034 h 1727731"/>
              <a:gd name="connsiteX1" fmla="*/ 937355 w 1834312"/>
              <a:gd name="connsiteY1" fmla="*/ 17573 h 1727731"/>
              <a:gd name="connsiteX2" fmla="*/ 1811303 w 1834312"/>
              <a:gd name="connsiteY2" fmla="*/ 40708 h 1727731"/>
              <a:gd name="connsiteX3" fmla="*/ 1827706 w 1834312"/>
              <a:gd name="connsiteY3" fmla="*/ 754905 h 1727731"/>
              <a:gd name="connsiteX4" fmla="*/ 951009 w 1834312"/>
              <a:gd name="connsiteY4" fmla="*/ 1727344 h 1727731"/>
              <a:gd name="connsiteX5" fmla="*/ 4281 w 1834312"/>
              <a:gd name="connsiteY5" fmla="*/ 858034 h 1727731"/>
              <a:gd name="connsiteX0" fmla="*/ 4285 w 1890885"/>
              <a:gd name="connsiteY0" fmla="*/ 858034 h 1690630"/>
              <a:gd name="connsiteX1" fmla="*/ 937359 w 1890885"/>
              <a:gd name="connsiteY1" fmla="*/ 17573 h 1690630"/>
              <a:gd name="connsiteX2" fmla="*/ 1811307 w 1890885"/>
              <a:gd name="connsiteY2" fmla="*/ 40708 h 1690630"/>
              <a:gd name="connsiteX3" fmla="*/ 1827710 w 1890885"/>
              <a:gd name="connsiteY3" fmla="*/ 754905 h 1690630"/>
              <a:gd name="connsiteX4" fmla="*/ 950391 w 1890885"/>
              <a:gd name="connsiteY4" fmla="*/ 1690322 h 1690630"/>
              <a:gd name="connsiteX5" fmla="*/ 4285 w 1890885"/>
              <a:gd name="connsiteY5" fmla="*/ 858034 h 1690630"/>
              <a:gd name="connsiteX0" fmla="*/ 4191 w 1889640"/>
              <a:gd name="connsiteY0" fmla="*/ 858034 h 1739908"/>
              <a:gd name="connsiteX1" fmla="*/ 937265 w 1889640"/>
              <a:gd name="connsiteY1" fmla="*/ 17573 h 1739908"/>
              <a:gd name="connsiteX2" fmla="*/ 1811213 w 1889640"/>
              <a:gd name="connsiteY2" fmla="*/ 40708 h 1739908"/>
              <a:gd name="connsiteX3" fmla="*/ 1827616 w 1889640"/>
              <a:gd name="connsiteY3" fmla="*/ 754905 h 1739908"/>
              <a:gd name="connsiteX4" fmla="*/ 965830 w 1889640"/>
              <a:gd name="connsiteY4" fmla="*/ 1739617 h 1739908"/>
              <a:gd name="connsiteX5" fmla="*/ 4191 w 1889640"/>
              <a:gd name="connsiteY5" fmla="*/ 858034 h 1739908"/>
              <a:gd name="connsiteX0" fmla="*/ 4191 w 1831136"/>
              <a:gd name="connsiteY0" fmla="*/ 858034 h 1739941"/>
              <a:gd name="connsiteX1" fmla="*/ 937265 w 1831136"/>
              <a:gd name="connsiteY1" fmla="*/ 17573 h 1739941"/>
              <a:gd name="connsiteX2" fmla="*/ 1811213 w 1831136"/>
              <a:gd name="connsiteY2" fmla="*/ 40708 h 1739941"/>
              <a:gd name="connsiteX3" fmla="*/ 1827616 w 1831136"/>
              <a:gd name="connsiteY3" fmla="*/ 754905 h 1739941"/>
              <a:gd name="connsiteX4" fmla="*/ 965830 w 1831136"/>
              <a:gd name="connsiteY4" fmla="*/ 1739617 h 1739941"/>
              <a:gd name="connsiteX5" fmla="*/ 4191 w 1831136"/>
              <a:gd name="connsiteY5" fmla="*/ 858034 h 1739941"/>
              <a:gd name="connsiteX0" fmla="*/ 4133 w 1840772"/>
              <a:gd name="connsiteY0" fmla="*/ 859715 h 1777801"/>
              <a:gd name="connsiteX1" fmla="*/ 946901 w 1840772"/>
              <a:gd name="connsiteY1" fmla="*/ 55433 h 1777801"/>
              <a:gd name="connsiteX2" fmla="*/ 1820849 w 1840772"/>
              <a:gd name="connsiteY2" fmla="*/ 78568 h 1777801"/>
              <a:gd name="connsiteX3" fmla="*/ 1837252 w 1840772"/>
              <a:gd name="connsiteY3" fmla="*/ 792765 h 1777801"/>
              <a:gd name="connsiteX4" fmla="*/ 975466 w 1840772"/>
              <a:gd name="connsiteY4" fmla="*/ 1777477 h 1777801"/>
              <a:gd name="connsiteX5" fmla="*/ 4133 w 1840772"/>
              <a:gd name="connsiteY5" fmla="*/ 859715 h 1777801"/>
              <a:gd name="connsiteX0" fmla="*/ 4133 w 1840772"/>
              <a:gd name="connsiteY0" fmla="*/ 819022 h 1737108"/>
              <a:gd name="connsiteX1" fmla="*/ 946901 w 1840772"/>
              <a:gd name="connsiteY1" fmla="*/ 14740 h 1737108"/>
              <a:gd name="connsiteX2" fmla="*/ 1820849 w 1840772"/>
              <a:gd name="connsiteY2" fmla="*/ 37875 h 1737108"/>
              <a:gd name="connsiteX3" fmla="*/ 1837252 w 1840772"/>
              <a:gd name="connsiteY3" fmla="*/ 752072 h 1737108"/>
              <a:gd name="connsiteX4" fmla="*/ 975466 w 1840772"/>
              <a:gd name="connsiteY4" fmla="*/ 1736784 h 1737108"/>
              <a:gd name="connsiteX5" fmla="*/ 4133 w 1840772"/>
              <a:gd name="connsiteY5" fmla="*/ 819022 h 173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0772" h="1737108">
                <a:moveTo>
                  <a:pt x="4133" y="819022"/>
                </a:moveTo>
                <a:cubicBezTo>
                  <a:pt x="17532" y="312063"/>
                  <a:pt x="567710" y="58768"/>
                  <a:pt x="946901" y="14740"/>
                </a:cubicBezTo>
                <a:cubicBezTo>
                  <a:pt x="1274291" y="-23273"/>
                  <a:pt x="1529533" y="22452"/>
                  <a:pt x="1820849" y="37875"/>
                </a:cubicBezTo>
                <a:cubicBezTo>
                  <a:pt x="1837226" y="312233"/>
                  <a:pt x="1846166" y="392721"/>
                  <a:pt x="1837252" y="752072"/>
                </a:cubicBezTo>
                <a:cubicBezTo>
                  <a:pt x="1828338" y="1111423"/>
                  <a:pt x="1599286" y="1753627"/>
                  <a:pt x="975466" y="1736784"/>
                </a:cubicBezTo>
                <a:cubicBezTo>
                  <a:pt x="596895" y="1718196"/>
                  <a:pt x="-58086" y="1349043"/>
                  <a:pt x="4133" y="8190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riangle 10">
            <a:extLst>
              <a:ext uri="{FF2B5EF4-FFF2-40B4-BE49-F238E27FC236}">
                <a16:creationId xmlns:a16="http://schemas.microsoft.com/office/drawing/2014/main" id="{F29067F2-FF68-1534-787D-4620F346968C}"/>
              </a:ext>
            </a:extLst>
          </p:cNvPr>
          <p:cNvSpPr/>
          <p:nvPr userDrawn="1"/>
        </p:nvSpPr>
        <p:spPr>
          <a:xfrm rot="17238878">
            <a:off x="11666501" y="5844851"/>
            <a:ext cx="856481" cy="579724"/>
          </a:xfrm>
          <a:custGeom>
            <a:avLst/>
            <a:gdLst>
              <a:gd name="connsiteX0" fmla="*/ 0 w 1859280"/>
              <a:gd name="connsiteY0" fmla="*/ 1602828 h 1602828"/>
              <a:gd name="connsiteX1" fmla="*/ 929640 w 1859280"/>
              <a:gd name="connsiteY1" fmla="*/ 0 h 1602828"/>
              <a:gd name="connsiteX2" fmla="*/ 1859280 w 1859280"/>
              <a:gd name="connsiteY2" fmla="*/ 1602828 h 1602828"/>
              <a:gd name="connsiteX3" fmla="*/ 0 w 1859280"/>
              <a:gd name="connsiteY3" fmla="*/ 1602828 h 1602828"/>
              <a:gd name="connsiteX0" fmla="*/ 0 w 1607719"/>
              <a:gd name="connsiteY0" fmla="*/ 1556331 h 1602828"/>
              <a:gd name="connsiteX1" fmla="*/ 678079 w 1607719"/>
              <a:gd name="connsiteY1" fmla="*/ 0 h 1602828"/>
              <a:gd name="connsiteX2" fmla="*/ 1607719 w 1607719"/>
              <a:gd name="connsiteY2" fmla="*/ 1602828 h 1602828"/>
              <a:gd name="connsiteX3" fmla="*/ 0 w 1607719"/>
              <a:gd name="connsiteY3" fmla="*/ 1556331 h 1602828"/>
              <a:gd name="connsiteX0" fmla="*/ 0 w 1750072"/>
              <a:gd name="connsiteY0" fmla="*/ 1441075 h 1602828"/>
              <a:gd name="connsiteX1" fmla="*/ 820432 w 1750072"/>
              <a:gd name="connsiteY1" fmla="*/ 0 h 1602828"/>
              <a:gd name="connsiteX2" fmla="*/ 1750072 w 1750072"/>
              <a:gd name="connsiteY2" fmla="*/ 1602828 h 1602828"/>
              <a:gd name="connsiteX3" fmla="*/ 0 w 1750072"/>
              <a:gd name="connsiteY3" fmla="*/ 1441075 h 1602828"/>
              <a:gd name="connsiteX0" fmla="*/ 0 w 2026175"/>
              <a:gd name="connsiteY0" fmla="*/ 1441075 h 1441075"/>
              <a:gd name="connsiteX1" fmla="*/ 820432 w 2026175"/>
              <a:gd name="connsiteY1" fmla="*/ 0 h 1441075"/>
              <a:gd name="connsiteX2" fmla="*/ 2026175 w 2026175"/>
              <a:gd name="connsiteY2" fmla="*/ 1122991 h 1441075"/>
              <a:gd name="connsiteX3" fmla="*/ 0 w 2026175"/>
              <a:gd name="connsiteY3" fmla="*/ 1441075 h 1441075"/>
              <a:gd name="connsiteX0" fmla="*/ 0 w 2026175"/>
              <a:gd name="connsiteY0" fmla="*/ 1441075 h 1441075"/>
              <a:gd name="connsiteX1" fmla="*/ 820432 w 2026175"/>
              <a:gd name="connsiteY1" fmla="*/ 0 h 1441075"/>
              <a:gd name="connsiteX2" fmla="*/ 2026175 w 2026175"/>
              <a:gd name="connsiteY2" fmla="*/ 1122991 h 1441075"/>
              <a:gd name="connsiteX3" fmla="*/ 0 w 2026175"/>
              <a:gd name="connsiteY3" fmla="*/ 1441075 h 1441075"/>
              <a:gd name="connsiteX0" fmla="*/ 0 w 2029827"/>
              <a:gd name="connsiteY0" fmla="*/ 1441075 h 1441075"/>
              <a:gd name="connsiteX1" fmla="*/ 820432 w 2029827"/>
              <a:gd name="connsiteY1" fmla="*/ 0 h 1441075"/>
              <a:gd name="connsiteX2" fmla="*/ 2029827 w 2029827"/>
              <a:gd name="connsiteY2" fmla="*/ 1100568 h 1441075"/>
              <a:gd name="connsiteX3" fmla="*/ 0 w 2029827"/>
              <a:gd name="connsiteY3" fmla="*/ 1441075 h 1441075"/>
              <a:gd name="connsiteX0" fmla="*/ 0 w 2029827"/>
              <a:gd name="connsiteY0" fmla="*/ 1441075 h 1441075"/>
              <a:gd name="connsiteX1" fmla="*/ 820432 w 2029827"/>
              <a:gd name="connsiteY1" fmla="*/ 0 h 1441075"/>
              <a:gd name="connsiteX2" fmla="*/ 2029827 w 2029827"/>
              <a:gd name="connsiteY2" fmla="*/ 1100568 h 1441075"/>
              <a:gd name="connsiteX3" fmla="*/ 0 w 2029827"/>
              <a:gd name="connsiteY3" fmla="*/ 1441075 h 1441075"/>
              <a:gd name="connsiteX0" fmla="*/ 0 w 2029827"/>
              <a:gd name="connsiteY0" fmla="*/ 1194305 h 1194305"/>
              <a:gd name="connsiteX1" fmla="*/ 950573 w 2029827"/>
              <a:gd name="connsiteY1" fmla="*/ 0 h 1194305"/>
              <a:gd name="connsiteX2" fmla="*/ 2029827 w 2029827"/>
              <a:gd name="connsiteY2" fmla="*/ 853798 h 1194305"/>
              <a:gd name="connsiteX3" fmla="*/ 0 w 2029827"/>
              <a:gd name="connsiteY3" fmla="*/ 1194305 h 1194305"/>
              <a:gd name="connsiteX0" fmla="*/ 0 w 2029827"/>
              <a:gd name="connsiteY0" fmla="*/ 1434399 h 1434399"/>
              <a:gd name="connsiteX1" fmla="*/ 833157 w 2029827"/>
              <a:gd name="connsiteY1" fmla="*/ 0 h 1434399"/>
              <a:gd name="connsiteX2" fmla="*/ 2029827 w 2029827"/>
              <a:gd name="connsiteY2" fmla="*/ 1093892 h 1434399"/>
              <a:gd name="connsiteX3" fmla="*/ 0 w 2029827"/>
              <a:gd name="connsiteY3" fmla="*/ 1434399 h 1434399"/>
              <a:gd name="connsiteX0" fmla="*/ 0 w 2029827"/>
              <a:gd name="connsiteY0" fmla="*/ 1434399 h 1434399"/>
              <a:gd name="connsiteX1" fmla="*/ 833157 w 2029827"/>
              <a:gd name="connsiteY1" fmla="*/ 0 h 1434399"/>
              <a:gd name="connsiteX2" fmla="*/ 2029827 w 2029827"/>
              <a:gd name="connsiteY2" fmla="*/ 1093892 h 1434399"/>
              <a:gd name="connsiteX3" fmla="*/ 0 w 2029827"/>
              <a:gd name="connsiteY3" fmla="*/ 1434399 h 1434399"/>
              <a:gd name="connsiteX0" fmla="*/ 0 w 4044670"/>
              <a:gd name="connsiteY0" fmla="*/ 1434399 h 1897889"/>
              <a:gd name="connsiteX1" fmla="*/ 833157 w 4044670"/>
              <a:gd name="connsiteY1" fmla="*/ 0 h 1897889"/>
              <a:gd name="connsiteX2" fmla="*/ 4044668 w 4044670"/>
              <a:gd name="connsiteY2" fmla="*/ 1897888 h 1897889"/>
              <a:gd name="connsiteX3" fmla="*/ 0 w 4044670"/>
              <a:gd name="connsiteY3" fmla="*/ 1434399 h 1897889"/>
              <a:gd name="connsiteX0" fmla="*/ -1 w 5234128"/>
              <a:gd name="connsiteY0" fmla="*/ 3610912 h 3610911"/>
              <a:gd name="connsiteX1" fmla="*/ 2022615 w 5234128"/>
              <a:gd name="connsiteY1" fmla="*/ 0 h 3610911"/>
              <a:gd name="connsiteX2" fmla="*/ 5234126 w 5234128"/>
              <a:gd name="connsiteY2" fmla="*/ 1897888 h 3610911"/>
              <a:gd name="connsiteX3" fmla="*/ -1 w 5234128"/>
              <a:gd name="connsiteY3" fmla="*/ 3610912 h 3610911"/>
              <a:gd name="connsiteX0" fmla="*/ -1 w 5345178"/>
              <a:gd name="connsiteY0" fmla="*/ 3610912 h 3610911"/>
              <a:gd name="connsiteX1" fmla="*/ 2022615 w 5345178"/>
              <a:gd name="connsiteY1" fmla="*/ 0 h 3610911"/>
              <a:gd name="connsiteX2" fmla="*/ 5345180 w 5345178"/>
              <a:gd name="connsiteY2" fmla="*/ 1987802 h 3610911"/>
              <a:gd name="connsiteX3" fmla="*/ -1 w 5345178"/>
              <a:gd name="connsiteY3" fmla="*/ 3610912 h 361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5178" h="3610911">
                <a:moveTo>
                  <a:pt x="-1" y="3610912"/>
                </a:moveTo>
                <a:lnTo>
                  <a:pt x="2022615" y="0"/>
                </a:lnTo>
                <a:cubicBezTo>
                  <a:pt x="2695884" y="630289"/>
                  <a:pt x="4567100" y="1294408"/>
                  <a:pt x="5345180" y="1987802"/>
                </a:cubicBezTo>
                <a:lnTo>
                  <a:pt x="-1" y="361091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Chord 5">
            <a:extLst>
              <a:ext uri="{FF2B5EF4-FFF2-40B4-BE49-F238E27FC236}">
                <a16:creationId xmlns:a16="http://schemas.microsoft.com/office/drawing/2014/main" id="{911A6598-A9D8-CF57-014A-B2F0AF694346}"/>
              </a:ext>
            </a:extLst>
          </p:cNvPr>
          <p:cNvSpPr/>
          <p:nvPr userDrawn="1"/>
        </p:nvSpPr>
        <p:spPr>
          <a:xfrm rot="20299946">
            <a:off x="11298311" y="6231251"/>
            <a:ext cx="756627" cy="743293"/>
          </a:xfrm>
          <a:custGeom>
            <a:avLst/>
            <a:gdLst>
              <a:gd name="connsiteX0" fmla="*/ 2287839 w 2835507"/>
              <a:gd name="connsiteY0" fmla="*/ 2146352 h 2398783"/>
              <a:gd name="connsiteX1" fmla="*/ 762919 w 2835507"/>
              <a:gd name="connsiteY1" fmla="*/ 2263182 h 2398783"/>
              <a:gd name="connsiteX2" fmla="*/ 73289 w 2835507"/>
              <a:gd name="connsiteY2" fmla="*/ 818755 h 2398783"/>
              <a:gd name="connsiteX3" fmla="*/ 1417754 w 2835507"/>
              <a:gd name="connsiteY3" fmla="*/ -1 h 2398783"/>
              <a:gd name="connsiteX4" fmla="*/ 2287839 w 2835507"/>
              <a:gd name="connsiteY4" fmla="*/ 2146352 h 2398783"/>
              <a:gd name="connsiteX0" fmla="*/ 2428273 w 2428273"/>
              <a:gd name="connsiteY0" fmla="*/ 2146353 h 2402626"/>
              <a:gd name="connsiteX1" fmla="*/ 903353 w 2428273"/>
              <a:gd name="connsiteY1" fmla="*/ 2263183 h 2402626"/>
              <a:gd name="connsiteX2" fmla="*/ 43061 w 2428273"/>
              <a:gd name="connsiteY2" fmla="*/ 792723 h 2402626"/>
              <a:gd name="connsiteX3" fmla="*/ 1558188 w 2428273"/>
              <a:gd name="connsiteY3" fmla="*/ 0 h 2402626"/>
              <a:gd name="connsiteX4" fmla="*/ 2428273 w 2428273"/>
              <a:gd name="connsiteY4" fmla="*/ 2146353 h 2402626"/>
              <a:gd name="connsiteX0" fmla="*/ 2442711 w 2442711"/>
              <a:gd name="connsiteY0" fmla="*/ 2146353 h 2402451"/>
              <a:gd name="connsiteX1" fmla="*/ 695127 w 2442711"/>
              <a:gd name="connsiteY1" fmla="*/ 2262903 h 2402451"/>
              <a:gd name="connsiteX2" fmla="*/ 57499 w 2442711"/>
              <a:gd name="connsiteY2" fmla="*/ 792723 h 2402451"/>
              <a:gd name="connsiteX3" fmla="*/ 1572626 w 2442711"/>
              <a:gd name="connsiteY3" fmla="*/ 0 h 2402451"/>
              <a:gd name="connsiteX4" fmla="*/ 2442711 w 2442711"/>
              <a:gd name="connsiteY4" fmla="*/ 2146353 h 2402451"/>
              <a:gd name="connsiteX0" fmla="*/ 2457161 w 2457161"/>
              <a:gd name="connsiteY0" fmla="*/ 2146353 h 2391648"/>
              <a:gd name="connsiteX1" fmla="*/ 709577 w 2457161"/>
              <a:gd name="connsiteY1" fmla="*/ 2262903 h 2391648"/>
              <a:gd name="connsiteX2" fmla="*/ 71949 w 2457161"/>
              <a:gd name="connsiteY2" fmla="*/ 792723 h 2391648"/>
              <a:gd name="connsiteX3" fmla="*/ 1587076 w 2457161"/>
              <a:gd name="connsiteY3" fmla="*/ 0 h 2391648"/>
              <a:gd name="connsiteX4" fmla="*/ 2457161 w 2457161"/>
              <a:gd name="connsiteY4" fmla="*/ 2146353 h 2391648"/>
              <a:gd name="connsiteX0" fmla="*/ 2457030 w 2457030"/>
              <a:gd name="connsiteY0" fmla="*/ 2146353 h 2418455"/>
              <a:gd name="connsiteX1" fmla="*/ 709446 w 2457030"/>
              <a:gd name="connsiteY1" fmla="*/ 2262903 h 2418455"/>
              <a:gd name="connsiteX2" fmla="*/ 71818 w 2457030"/>
              <a:gd name="connsiteY2" fmla="*/ 792723 h 2418455"/>
              <a:gd name="connsiteX3" fmla="*/ 1586945 w 2457030"/>
              <a:gd name="connsiteY3" fmla="*/ 0 h 2418455"/>
              <a:gd name="connsiteX4" fmla="*/ 2457030 w 2457030"/>
              <a:gd name="connsiteY4" fmla="*/ 2146353 h 241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030" h="2418455">
                <a:moveTo>
                  <a:pt x="2457030" y="2146353"/>
                </a:moveTo>
                <a:cubicBezTo>
                  <a:pt x="2019418" y="2434119"/>
                  <a:pt x="1243910" y="2525976"/>
                  <a:pt x="709446" y="2262903"/>
                </a:cubicBezTo>
                <a:cubicBezTo>
                  <a:pt x="162396" y="1993635"/>
                  <a:pt x="-149486" y="1352156"/>
                  <a:pt x="71818" y="792723"/>
                </a:cubicBezTo>
                <a:cubicBezTo>
                  <a:pt x="265286" y="303654"/>
                  <a:pt x="977322" y="0"/>
                  <a:pt x="1586945" y="0"/>
                </a:cubicBezTo>
                <a:lnTo>
                  <a:pt x="2457030" y="2146353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93F084F9-8D05-3BB6-A301-FC902C67AE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rcRect l="21762" r="26145"/>
          <a:stretch/>
        </p:blipFill>
        <p:spPr>
          <a:xfrm>
            <a:off x="10937316" y="5246000"/>
            <a:ext cx="1819224" cy="19629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237" y="500427"/>
            <a:ext cx="9594539" cy="242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237" y="1598017"/>
            <a:ext cx="9594539" cy="48379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42115" y="6456078"/>
            <a:ext cx="757129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CCBDA9-90FC-2A40-830F-3B66534910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1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2A7A0D3-241D-3B6F-1DF9-A0C3E3708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rcRect/>
          <a:stretch/>
        </p:blipFill>
        <p:spPr>
          <a:xfrm>
            <a:off x="1" y="-142240"/>
            <a:ext cx="12239184" cy="7000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2A5292-20BB-2FD4-954E-638E5143CD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4703" y="4547287"/>
            <a:ext cx="8384447" cy="741405"/>
          </a:xfrm>
          <a:prstGeom prst="rect">
            <a:avLst/>
          </a:prstGeom>
          <a:effectLst>
            <a:outerShdw blurRad="50800" dist="109577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F26B4E-C383-B597-5FAA-9CAFC5D90C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9994" y="5346128"/>
            <a:ext cx="2167006" cy="1454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230E4-5658-FF82-83A2-87601FE44A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7152" t="15159" r="54141" b="13265"/>
          <a:stretch/>
        </p:blipFill>
        <p:spPr>
          <a:xfrm>
            <a:off x="671795" y="753405"/>
            <a:ext cx="5138420" cy="5351190"/>
          </a:xfrm>
          <a:prstGeom prst="rect">
            <a:avLst/>
          </a:prstGeom>
          <a:effectLst>
            <a:outerShdw blurRad="191882" dist="54602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7013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63F22-D343-0524-FEF6-A605F617A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rcRect/>
          <a:stretch/>
        </p:blipFill>
        <p:spPr>
          <a:xfrm>
            <a:off x="1" y="-142240"/>
            <a:ext cx="12239184" cy="7000239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C78FAA5A-F6D7-724F-9CC1-3B042713F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70" y="744001"/>
            <a:ext cx="8580507" cy="685941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A7CCEB-DEFF-6481-A3A2-BB445841A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46" y="6808574"/>
            <a:ext cx="12210845" cy="222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10E0E2-0C1C-53C8-67D9-4581DE4DA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7152" t="15159" r="54141" b="13265"/>
          <a:stretch/>
        </p:blipFill>
        <p:spPr>
          <a:xfrm>
            <a:off x="10655038" y="5195858"/>
            <a:ext cx="1382474" cy="1439719"/>
          </a:xfrm>
          <a:prstGeom prst="rect">
            <a:avLst/>
          </a:prstGeom>
          <a:effectLst>
            <a:outerShdw blurRad="246224" dist="94597" dir="11940000" algn="r" rotWithShape="0">
              <a:prstClr val="black">
                <a:alpha val="27681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9417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106E45D0-035B-4ABB-8EE2-C00C0D880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976" y="-10601"/>
            <a:ext cx="12239975" cy="686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79AD86-6099-96DF-BAD7-39F678A9C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46" y="6796216"/>
            <a:ext cx="12469717" cy="227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FA5316-8DEE-5133-3C5A-E9EDFE92B5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10" y="943052"/>
            <a:ext cx="8580507" cy="685941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rgbClr val="C66C36"/>
                </a:solidFill>
                <a:latin typeface="Avenir Black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 descr="A symbol with a black background&#10;&#10;Description automatically generated">
            <a:extLst>
              <a:ext uri="{FF2B5EF4-FFF2-40B4-BE49-F238E27FC236}">
                <a16:creationId xmlns:a16="http://schemas.microsoft.com/office/drawing/2014/main" id="{86611DAB-FF02-5E30-7ED8-E0B1424EC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42"/>
          <a:stretch/>
        </p:blipFill>
        <p:spPr>
          <a:xfrm>
            <a:off x="10687986" y="5105624"/>
            <a:ext cx="1504013" cy="18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9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8582D-D7C2-476B-8273-81DEBE214C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rcRect/>
          <a:stretch/>
        </p:blipFill>
        <p:spPr>
          <a:xfrm>
            <a:off x="1" y="-142240"/>
            <a:ext cx="12239184" cy="7000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C91A4-8D03-CBC2-A8DB-0DCB7984BE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4703" y="4547287"/>
            <a:ext cx="8384447" cy="741405"/>
          </a:xfrm>
          <a:prstGeom prst="rect">
            <a:avLst/>
          </a:prstGeom>
          <a:effectLst>
            <a:outerShdw blurRad="50800" dist="109577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1348C-1D7D-EF10-8931-BF4362FB1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9994" y="5346128"/>
            <a:ext cx="2167006" cy="1454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0474C9-4C22-C147-0BF8-B689F4C2D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7152" t="15159" r="54141" b="13265"/>
          <a:stretch/>
        </p:blipFill>
        <p:spPr>
          <a:xfrm>
            <a:off x="671795" y="753405"/>
            <a:ext cx="5138420" cy="5351190"/>
          </a:xfrm>
          <a:prstGeom prst="rect">
            <a:avLst/>
          </a:prstGeom>
          <a:effectLst>
            <a:outerShdw blurRad="191882" dist="54602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876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7BC5E-A2BE-AF4F-AADE-9B56AB587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28A79-B1D6-CC4E-989C-A265ED355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728" r:id="rId3"/>
    <p:sldLayoutId id="2147483675" r:id="rId4"/>
    <p:sldLayoutId id="2147483676" r:id="rId5"/>
    <p:sldLayoutId id="2147483725" r:id="rId6"/>
    <p:sldLayoutId id="2147483726" r:id="rId7"/>
    <p:sldLayoutId id="214748372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A5A5C"/>
          </a:solidFill>
          <a:latin typeface="Avenir Black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7BC5E-A2BE-AF4F-AADE-9B56AB587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28A79-B1D6-CC4E-989C-A265ED355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7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A5A5C"/>
          </a:solidFill>
          <a:latin typeface="Avenir Black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5A5A5C"/>
          </a:solidFill>
          <a:latin typeface="Avenir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EE0F897E-E363-B691-DD21-AB056B73D25F}"/>
              </a:ext>
            </a:extLst>
          </p:cNvPr>
          <p:cNvSpPr txBox="1">
            <a:spLocks/>
          </p:cNvSpPr>
          <p:nvPr/>
        </p:nvSpPr>
        <p:spPr>
          <a:xfrm>
            <a:off x="6229472" y="787155"/>
            <a:ext cx="6092517" cy="6415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A5A5C"/>
                </a:solidFill>
                <a:latin typeface="Avenir Black" panose="02000503020000020003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Blac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Campaign Performance Review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lack" panose="02000503020000020003" pitchFamily="2" charset="0"/>
              <a:ea typeface="+mj-ea"/>
              <a:cs typeface="+mj-cs"/>
            </a:endParaRPr>
          </a:p>
        </p:txBody>
      </p:sp>
      <p:sp>
        <p:nvSpPr>
          <p:cNvPr id="3" name="Subtitle 10">
            <a:extLst>
              <a:ext uri="{FF2B5EF4-FFF2-40B4-BE49-F238E27FC236}">
                <a16:creationId xmlns:a16="http://schemas.microsoft.com/office/drawing/2014/main" id="{CA56DD23-61BD-26DD-6458-A24F50004E24}"/>
              </a:ext>
            </a:extLst>
          </p:cNvPr>
          <p:cNvSpPr txBox="1">
            <a:spLocks/>
          </p:cNvSpPr>
          <p:nvPr/>
        </p:nvSpPr>
        <p:spPr>
          <a:xfrm>
            <a:off x="6229472" y="2068726"/>
            <a:ext cx="5460928" cy="5352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A5A5C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A5A5C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A5A5C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A5A5C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A5A5C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Pillar / Product House / BU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F8F579-81F9-83A0-BDBD-3C4854883F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9049" y="5572897"/>
            <a:ext cx="6555341" cy="80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6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0A39C43-D222-3781-5374-0F4D9E63A5A4}"/>
              </a:ext>
            </a:extLst>
          </p:cNvPr>
          <p:cNvGraphicFramePr>
            <a:graphicFrameLocks noGrp="1"/>
          </p:cNvGraphicFramePr>
          <p:nvPr/>
        </p:nvGraphicFramePr>
        <p:xfrm>
          <a:off x="337809" y="1251867"/>
          <a:ext cx="5400000" cy="19205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3804">
                  <a:extLst>
                    <a:ext uri="{9D8B030D-6E8A-4147-A177-3AD203B41FA5}">
                      <a16:colId xmlns:a16="http://schemas.microsoft.com/office/drawing/2014/main" val="3430281257"/>
                    </a:ext>
                  </a:extLst>
                </a:gridCol>
                <a:gridCol w="3166196">
                  <a:extLst>
                    <a:ext uri="{9D8B030D-6E8A-4147-A177-3AD203B41FA5}">
                      <a16:colId xmlns:a16="http://schemas.microsoft.com/office/drawing/2014/main" val="273850230"/>
                    </a:ext>
                  </a:extLst>
                </a:gridCol>
              </a:tblGrid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1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</a:rPr>
                        <a:t>Campaign Name :</a:t>
                      </a:r>
                      <a:endParaRPr kumimoji="0" lang="en-ZA" sz="105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Campaign1234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688181"/>
                  </a:ext>
                </a:extLst>
              </a:tr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1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</a:rPr>
                        <a:t>Campaign Code: </a:t>
                      </a:r>
                      <a:endParaRPr kumimoji="0" lang="en-ZA" sz="105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CMA01234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650405"/>
                  </a:ext>
                </a:extLst>
              </a:tr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1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</a:rPr>
                        <a:t>Campaign Type :</a:t>
                      </a:r>
                      <a:endParaRPr kumimoji="0" lang="en-ZA" sz="105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Sales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23074"/>
                  </a:ext>
                </a:extLst>
              </a:tr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Execution channels: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APN,APT, SMS, Call Centre etc.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295170"/>
                  </a:ext>
                </a:extLst>
              </a:tr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1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</a:rPr>
                        <a:t>Start Date &amp; End Date :</a:t>
                      </a:r>
                      <a:endParaRPr kumimoji="0" lang="en-ZA" sz="105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</a:rPr>
                        <a:t>01 Jul 2024 – 30 Jul 2025 or Always - on</a:t>
                      </a:r>
                      <a:endParaRPr kumimoji="0" lang="en-ZA" sz="105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769203"/>
                  </a:ext>
                </a:extLst>
              </a:tr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05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Customer Comms Frequency :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en-ZA" sz="105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009523"/>
                  </a:ext>
                </a:extLst>
              </a:tr>
              <a:tr h="2743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ZA" sz="1100" b="1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Helvetica Neue" panose="02000503000000020004"/>
                          <a:ea typeface="+mn-ea"/>
                          <a:cs typeface="+mn-cs"/>
                        </a:rPr>
                        <a:t>Lead Drop Frequency : 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en-ZA" sz="1100" b="1" i="0" u="none" strike="noStrike" kern="0" cap="none" spc="0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Helvetica Neue" panose="02000503000000020004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14340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A0BD0E-18E5-7F88-24BA-52EF4B4846A9}"/>
              </a:ext>
            </a:extLst>
          </p:cNvPr>
          <p:cNvSpPr txBox="1">
            <a:spLocks/>
          </p:cNvSpPr>
          <p:nvPr/>
        </p:nvSpPr>
        <p:spPr>
          <a:xfrm>
            <a:off x="329941" y="469946"/>
            <a:ext cx="11638625" cy="4350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marL="0" marR="0" lvl="0" indent="0" algn="l" defTabSz="9125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</a:rPr>
              <a:t>Campaign Performance Review - 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595A5C"/>
              </a:solidFill>
              <a:effectLst/>
              <a:uLnTx/>
              <a:uFillTx/>
              <a:latin typeface="Helvetica Neue" panose="02000503000000020004" pitchFamily="2" charset="0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F9BD906C-3065-FB69-C9E7-4674E81712B5}"/>
              </a:ext>
            </a:extLst>
          </p:cNvPr>
          <p:cNvSpPr/>
          <p:nvPr/>
        </p:nvSpPr>
        <p:spPr>
          <a:xfrm>
            <a:off x="329941" y="1027418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Performance by Subsegments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84939A0B-18FA-878A-6C66-54D5A06069D9}"/>
              </a:ext>
            </a:extLst>
          </p:cNvPr>
          <p:cNvSpPr/>
          <p:nvPr/>
        </p:nvSpPr>
        <p:spPr>
          <a:xfrm>
            <a:off x="6302478" y="1027418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>
                <a:solidFill>
                  <a:schemeClr val="tx2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Creatives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43B760-1C3A-9D5C-E3F9-C7C74385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075"/>
            <a:ext cx="5210469" cy="553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D4C8D3-7E08-1F42-53CF-618B5B36B8C6}"/>
              </a:ext>
            </a:extLst>
          </p:cNvPr>
          <p:cNvSpPr/>
          <p:nvPr/>
        </p:nvSpPr>
        <p:spPr>
          <a:xfrm>
            <a:off x="329940" y="1059300"/>
            <a:ext cx="5407869" cy="2104433"/>
          </a:xfrm>
          <a:prstGeom prst="rect">
            <a:avLst/>
          </a:prstGeom>
          <a:noFill/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ED47DC04-20B1-2501-55B0-7CBC676F01E8}"/>
              </a:ext>
            </a:extLst>
          </p:cNvPr>
          <p:cNvSpPr/>
          <p:nvPr/>
        </p:nvSpPr>
        <p:spPr>
          <a:xfrm>
            <a:off x="329941" y="1024115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Campaign details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30DC41-88A4-6D57-39FB-7703D821DE07}"/>
              </a:ext>
            </a:extLst>
          </p:cNvPr>
          <p:cNvSpPr txBox="1"/>
          <p:nvPr/>
        </p:nvSpPr>
        <p:spPr>
          <a:xfrm>
            <a:off x="6393309" y="1246466"/>
            <a:ext cx="52104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200">
                <a:solidFill>
                  <a:srgbClr val="595A5C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 here!!!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595A5C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4FF199-E721-41ED-DEDC-D19ABE6F41C8}"/>
              </a:ext>
            </a:extLst>
          </p:cNvPr>
          <p:cNvSpPr/>
          <p:nvPr/>
        </p:nvSpPr>
        <p:spPr>
          <a:xfrm>
            <a:off x="6302478" y="1161321"/>
            <a:ext cx="5392132" cy="2002412"/>
          </a:xfrm>
          <a:prstGeom prst="rect">
            <a:avLst/>
          </a:prstGeom>
          <a:noFill/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/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D1E6041E-C8CC-220D-B2A1-A544DB15965D}"/>
              </a:ext>
            </a:extLst>
          </p:cNvPr>
          <p:cNvSpPr/>
          <p:nvPr/>
        </p:nvSpPr>
        <p:spPr>
          <a:xfrm>
            <a:off x="6302478" y="1035729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F79C1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>
                <a:solidFill>
                  <a:schemeClr val="tx2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Campaign selection criteria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D23DEA-409D-F56C-CBE0-037D0A57163F}"/>
              </a:ext>
            </a:extLst>
          </p:cNvPr>
          <p:cNvGraphicFramePr>
            <a:graphicFrameLocks noGrp="1"/>
          </p:cNvGraphicFramePr>
          <p:nvPr/>
        </p:nvGraphicFramePr>
        <p:xfrm>
          <a:off x="329939" y="3198917"/>
          <a:ext cx="11380282" cy="354935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63554">
                  <a:extLst>
                    <a:ext uri="{9D8B030D-6E8A-4147-A177-3AD203B41FA5}">
                      <a16:colId xmlns:a16="http://schemas.microsoft.com/office/drawing/2014/main" val="3761984877"/>
                    </a:ext>
                  </a:extLst>
                </a:gridCol>
                <a:gridCol w="1092916">
                  <a:extLst>
                    <a:ext uri="{9D8B030D-6E8A-4147-A177-3AD203B41FA5}">
                      <a16:colId xmlns:a16="http://schemas.microsoft.com/office/drawing/2014/main" val="407478062"/>
                    </a:ext>
                  </a:extLst>
                </a:gridCol>
                <a:gridCol w="849828">
                  <a:extLst>
                    <a:ext uri="{9D8B030D-6E8A-4147-A177-3AD203B41FA5}">
                      <a16:colId xmlns:a16="http://schemas.microsoft.com/office/drawing/2014/main" val="935302578"/>
                    </a:ext>
                  </a:extLst>
                </a:gridCol>
                <a:gridCol w="1412965">
                  <a:extLst>
                    <a:ext uri="{9D8B030D-6E8A-4147-A177-3AD203B41FA5}">
                      <a16:colId xmlns:a16="http://schemas.microsoft.com/office/drawing/2014/main" val="800071443"/>
                    </a:ext>
                  </a:extLst>
                </a:gridCol>
                <a:gridCol w="962455">
                  <a:extLst>
                    <a:ext uri="{9D8B030D-6E8A-4147-A177-3AD203B41FA5}">
                      <a16:colId xmlns:a16="http://schemas.microsoft.com/office/drawing/2014/main" val="1766157492"/>
                    </a:ext>
                  </a:extLst>
                </a:gridCol>
                <a:gridCol w="1003410">
                  <a:extLst>
                    <a:ext uri="{9D8B030D-6E8A-4147-A177-3AD203B41FA5}">
                      <a16:colId xmlns:a16="http://schemas.microsoft.com/office/drawing/2014/main" val="2401268876"/>
                    </a:ext>
                  </a:extLst>
                </a:gridCol>
                <a:gridCol w="972693">
                  <a:extLst>
                    <a:ext uri="{9D8B030D-6E8A-4147-A177-3AD203B41FA5}">
                      <a16:colId xmlns:a16="http://schemas.microsoft.com/office/drawing/2014/main" val="19751313"/>
                    </a:ext>
                  </a:extLst>
                </a:gridCol>
                <a:gridCol w="921501">
                  <a:extLst>
                    <a:ext uri="{9D8B030D-6E8A-4147-A177-3AD203B41FA5}">
                      <a16:colId xmlns:a16="http://schemas.microsoft.com/office/drawing/2014/main" val="549086037"/>
                    </a:ext>
                  </a:extLst>
                </a:gridCol>
                <a:gridCol w="798633">
                  <a:extLst>
                    <a:ext uri="{9D8B030D-6E8A-4147-A177-3AD203B41FA5}">
                      <a16:colId xmlns:a16="http://schemas.microsoft.com/office/drawing/2014/main" val="3844404976"/>
                    </a:ext>
                  </a:extLst>
                </a:gridCol>
                <a:gridCol w="788394">
                  <a:extLst>
                    <a:ext uri="{9D8B030D-6E8A-4147-A177-3AD203B41FA5}">
                      <a16:colId xmlns:a16="http://schemas.microsoft.com/office/drawing/2014/main" val="2314677169"/>
                    </a:ext>
                  </a:extLst>
                </a:gridCol>
                <a:gridCol w="1613933">
                  <a:extLst>
                    <a:ext uri="{9D8B030D-6E8A-4147-A177-3AD203B41FA5}">
                      <a16:colId xmlns:a16="http://schemas.microsoft.com/office/drawing/2014/main" val="1535273291"/>
                    </a:ext>
                  </a:extLst>
                </a:gridCol>
              </a:tblGrid>
              <a:tr h="172262">
                <a:tc>
                  <a:txBody>
                    <a:bodyPr/>
                    <a:lstStyle/>
                    <a:p>
                      <a:pPr algn="l" fontAlgn="ctr"/>
                      <a:r>
                        <a:rPr lang="en-ZA" sz="1050" b="1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1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Total lead volumes approved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Expected Performance - Success Measure - Conversion rates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762041"/>
                  </a:ext>
                </a:extLst>
              </a:tr>
              <a:tr h="3274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Channels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Existing to Bank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New to Bank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Total leads approved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1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2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3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4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5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6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Overall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47736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SMS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i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1000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1000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2000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904887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APN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083174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APT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610952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Mailer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481862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Call Centre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462744"/>
                  </a:ext>
                </a:extLst>
              </a:tr>
              <a:tr h="3220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Internet as Channel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14955"/>
                  </a:ext>
                </a:extLst>
              </a:tr>
              <a:tr h="89938">
                <a:tc gridSpan="1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245715"/>
                  </a:ext>
                </a:extLst>
              </a:tr>
              <a:tr h="187241">
                <a:tc>
                  <a:txBody>
                    <a:bodyPr/>
                    <a:lstStyle/>
                    <a:p>
                      <a:pPr algn="l" fontAlgn="ctr"/>
                      <a:r>
                        <a:rPr lang="en-ZA" sz="1050" b="1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1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Total lead volumes sent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Actual Performance - Conversion rates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520993"/>
                  </a:ext>
                </a:extLst>
              </a:tr>
              <a:tr h="3274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Channels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Existing to Bank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New to Bank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Total lead volumes sent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1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2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3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4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5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Month 6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Overall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183250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SMS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680365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APN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582081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APT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448149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Mailer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92927"/>
                  </a:ext>
                </a:extLst>
              </a:tr>
              <a:tr h="171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Call Centre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0226"/>
                  </a:ext>
                </a:extLst>
              </a:tr>
              <a:tr h="3220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1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Internet as Channel</a:t>
                      </a:r>
                      <a:endParaRPr lang="en-ZA" sz="1050" b="1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ZA" sz="1050" b="0" u="none" strike="noStrike">
                          <a:solidFill>
                            <a:srgbClr val="44546A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44546A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050" b="0" u="none" strike="noStrike">
                          <a:solidFill>
                            <a:srgbClr val="262626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en-ZA" sz="1050" b="0" i="0" u="none" strike="noStrike">
                        <a:solidFill>
                          <a:srgbClr val="262626"/>
                        </a:solidFill>
                        <a:effectLst/>
                        <a:latin typeface="Helvetica Neue" panose="02000503000000020004"/>
                      </a:endParaRPr>
                    </a:p>
                  </a:txBody>
                  <a:tcPr marL="7620" marR="7620" marT="762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402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046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BD0E-18E5-7F88-24BA-52EF4B4846A9}"/>
              </a:ext>
            </a:extLst>
          </p:cNvPr>
          <p:cNvSpPr txBox="1">
            <a:spLocks/>
          </p:cNvSpPr>
          <p:nvPr/>
        </p:nvSpPr>
        <p:spPr>
          <a:xfrm>
            <a:off x="329941" y="469946"/>
            <a:ext cx="11638625" cy="4350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marL="0" marR="0" lvl="0" indent="0" algn="l" defTabSz="9125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</a:rPr>
              <a:t>Campaign Performance Review – Creatives &amp; Subsegment Views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595A5C"/>
              </a:solidFill>
              <a:effectLst/>
              <a:uLnTx/>
              <a:uFillTx/>
              <a:latin typeface="Helvetica Neue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6AE91-0F61-99AD-90EC-BA8CD33A107A}"/>
              </a:ext>
            </a:extLst>
          </p:cNvPr>
          <p:cNvSpPr/>
          <p:nvPr/>
        </p:nvSpPr>
        <p:spPr>
          <a:xfrm>
            <a:off x="6302478" y="1263082"/>
            <a:ext cx="5400000" cy="5400000"/>
          </a:xfrm>
          <a:prstGeom prst="rect">
            <a:avLst/>
          </a:prstGeom>
          <a:noFill/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30EB8-65E6-7805-0AA9-050001E84662}"/>
              </a:ext>
            </a:extLst>
          </p:cNvPr>
          <p:cNvSpPr/>
          <p:nvPr/>
        </p:nvSpPr>
        <p:spPr>
          <a:xfrm>
            <a:off x="329941" y="1243418"/>
            <a:ext cx="5400000" cy="5400000"/>
          </a:xfrm>
          <a:prstGeom prst="rect">
            <a:avLst/>
          </a:prstGeom>
          <a:noFill/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F9BD906C-3065-FB69-C9E7-4674E81712B5}"/>
              </a:ext>
            </a:extLst>
          </p:cNvPr>
          <p:cNvSpPr/>
          <p:nvPr/>
        </p:nvSpPr>
        <p:spPr>
          <a:xfrm>
            <a:off x="329941" y="1027418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Performance by Subsegments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84939A0B-18FA-878A-6C66-54D5A06069D9}"/>
              </a:ext>
            </a:extLst>
          </p:cNvPr>
          <p:cNvSpPr/>
          <p:nvPr/>
        </p:nvSpPr>
        <p:spPr>
          <a:xfrm>
            <a:off x="6302478" y="1027418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>
                <a:solidFill>
                  <a:schemeClr val="tx2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Creatives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31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BD0E-18E5-7F88-24BA-52EF4B4846A9}"/>
              </a:ext>
            </a:extLst>
          </p:cNvPr>
          <p:cNvSpPr txBox="1">
            <a:spLocks/>
          </p:cNvSpPr>
          <p:nvPr/>
        </p:nvSpPr>
        <p:spPr>
          <a:xfrm>
            <a:off x="329941" y="469946"/>
            <a:ext cx="11638625" cy="4350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marL="0" marR="0" lvl="0" indent="0" algn="l" defTabSz="9125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</a:rPr>
              <a:t>Roadmaps, Recommendation &amp; Initiatives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595A5C"/>
              </a:solidFill>
              <a:effectLst/>
              <a:uLnTx/>
              <a:uFillTx/>
              <a:latin typeface="Helvetica Neue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6AE91-0F61-99AD-90EC-BA8CD33A107A}"/>
              </a:ext>
            </a:extLst>
          </p:cNvPr>
          <p:cNvSpPr/>
          <p:nvPr/>
        </p:nvSpPr>
        <p:spPr>
          <a:xfrm>
            <a:off x="6302478" y="1263082"/>
            <a:ext cx="5400000" cy="5400000"/>
          </a:xfrm>
          <a:prstGeom prst="rect">
            <a:avLst/>
          </a:prstGeom>
          <a:noFill/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30EB8-65E6-7805-0AA9-050001E84662}"/>
              </a:ext>
            </a:extLst>
          </p:cNvPr>
          <p:cNvSpPr/>
          <p:nvPr/>
        </p:nvSpPr>
        <p:spPr>
          <a:xfrm>
            <a:off x="329941" y="1243418"/>
            <a:ext cx="5400000" cy="5400000"/>
          </a:xfrm>
          <a:prstGeom prst="rect">
            <a:avLst/>
          </a:prstGeom>
          <a:noFill/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F9BD906C-3065-FB69-C9E7-4674E81712B5}"/>
              </a:ext>
            </a:extLst>
          </p:cNvPr>
          <p:cNvSpPr/>
          <p:nvPr/>
        </p:nvSpPr>
        <p:spPr>
          <a:xfrm>
            <a:off x="329941" y="1027418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Roadmap	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84939A0B-18FA-878A-6C66-54D5A06069D9}"/>
              </a:ext>
            </a:extLst>
          </p:cNvPr>
          <p:cNvSpPr/>
          <p:nvPr/>
        </p:nvSpPr>
        <p:spPr>
          <a:xfrm>
            <a:off x="6302478" y="1027418"/>
            <a:ext cx="2880000" cy="216000"/>
          </a:xfrm>
          <a:prstGeom prst="roundRect">
            <a:avLst/>
          </a:prstGeom>
          <a:solidFill>
            <a:srgbClr val="00AAAD"/>
          </a:solidFill>
          <a:ln w="12700" cap="flat" cmpd="sng" algn="ctr">
            <a:solidFill>
              <a:srgbClr val="D3662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Recommendations &amp; Initiatives</a:t>
            </a:r>
          </a:p>
        </p:txBody>
      </p:sp>
    </p:spTree>
    <p:extLst>
      <p:ext uri="{BB962C8B-B14F-4D97-AF65-F5344CB8AC3E}">
        <p14:creationId xmlns:p14="http://schemas.microsoft.com/office/powerpoint/2010/main" val="16879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F8F579-81F9-83A0-BDBD-3C4854883F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9049" y="5572897"/>
            <a:ext cx="6555341" cy="802219"/>
          </a:xfrm>
          <a:prstGeom prst="rect">
            <a:avLst/>
          </a:prstGeom>
        </p:spPr>
      </p:pic>
      <p:sp>
        <p:nvSpPr>
          <p:cNvPr id="4" name="Title 8">
            <a:extLst>
              <a:ext uri="{FF2B5EF4-FFF2-40B4-BE49-F238E27FC236}">
                <a16:creationId xmlns:a16="http://schemas.microsoft.com/office/drawing/2014/main" id="{6342A5F3-CCBE-CEEA-AD8C-18E3ED315E56}"/>
              </a:ext>
            </a:extLst>
          </p:cNvPr>
          <p:cNvSpPr txBox="1">
            <a:spLocks/>
          </p:cNvSpPr>
          <p:nvPr/>
        </p:nvSpPr>
        <p:spPr>
          <a:xfrm>
            <a:off x="6641725" y="482884"/>
            <a:ext cx="5151208" cy="62372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A5A5C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marL="0" marR="0" lvl="0" indent="0" algn="l" defTabSz="91257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NB Sans Regular" panose="02000000000000000000" pitchFamily="50" charset="0"/>
              </a:rPr>
              <a:t>Product House Campaigns Roadmaps</a:t>
            </a:r>
          </a:p>
        </p:txBody>
      </p:sp>
    </p:spTree>
    <p:extLst>
      <p:ext uri="{BB962C8B-B14F-4D97-AF65-F5344CB8AC3E}">
        <p14:creationId xmlns:p14="http://schemas.microsoft.com/office/powerpoint/2010/main" val="361915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BD0E-18E5-7F88-24BA-52EF4B4846A9}"/>
              </a:ext>
            </a:extLst>
          </p:cNvPr>
          <p:cNvSpPr txBox="1">
            <a:spLocks/>
          </p:cNvSpPr>
          <p:nvPr/>
        </p:nvSpPr>
        <p:spPr>
          <a:xfrm>
            <a:off x="305086" y="210037"/>
            <a:ext cx="11638625" cy="4350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marL="0" marR="0" lvl="0" indent="0" algn="l" defTabSz="91257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</a:rPr>
              <a:t>PH Campaign Roadmap agreed with Segment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</a:rPr>
              <a:t>(Format to be used to update roadmaps) 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595A5C"/>
              </a:solidFill>
              <a:effectLst/>
              <a:uLnTx/>
              <a:uFillTx/>
              <a:latin typeface="Helvetica Neue" panose="020005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AA1098-1738-C23E-49AD-14764A280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" y="683907"/>
            <a:ext cx="5210469" cy="553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1567C94-BF69-700C-C7A1-AD63573CB26B}"/>
              </a:ext>
            </a:extLst>
          </p:cNvPr>
          <p:cNvSpPr/>
          <p:nvPr/>
        </p:nvSpPr>
        <p:spPr>
          <a:xfrm>
            <a:off x="1058074" y="1400486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CVM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Always On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POC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Seasonal Campaigns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chemeClr val="tx1"/>
                </a:solidFill>
                <a:latin typeface="Calibri" panose="020F0502020204030204"/>
              </a:rPr>
              <a:t>Once of campaigns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2D85FE-5784-C599-BA8F-B06664AFB9EF}"/>
              </a:ext>
            </a:extLst>
          </p:cNvPr>
          <p:cNvSpPr/>
          <p:nvPr/>
        </p:nvSpPr>
        <p:spPr>
          <a:xfrm>
            <a:off x="2671124" y="872250"/>
            <a:ext cx="1440000" cy="360000"/>
          </a:xfrm>
          <a:prstGeom prst="rect">
            <a:avLst/>
          </a:prstGeom>
          <a:solidFill>
            <a:srgbClr val="B62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1FD2CA-41BC-46C8-2B35-B9F8951BB0D8}"/>
              </a:ext>
            </a:extLst>
          </p:cNvPr>
          <p:cNvSpPr/>
          <p:nvPr/>
        </p:nvSpPr>
        <p:spPr>
          <a:xfrm>
            <a:off x="4282208" y="880603"/>
            <a:ext cx="1440000" cy="360000"/>
          </a:xfrm>
          <a:prstGeom prst="rect">
            <a:avLst/>
          </a:prstGeom>
          <a:solidFill>
            <a:srgbClr val="F99D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28AD71-F882-CDF5-1D0F-DCDF28D17774}"/>
              </a:ext>
            </a:extLst>
          </p:cNvPr>
          <p:cNvSpPr/>
          <p:nvPr/>
        </p:nvSpPr>
        <p:spPr>
          <a:xfrm>
            <a:off x="5912573" y="871786"/>
            <a:ext cx="1440000" cy="360000"/>
          </a:xfrm>
          <a:prstGeom prst="rect">
            <a:avLst/>
          </a:prstGeom>
          <a:solidFill>
            <a:srgbClr val="05AA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B3B3FBC-2820-EEE6-6022-B1C3D254C317}"/>
              </a:ext>
            </a:extLst>
          </p:cNvPr>
          <p:cNvSpPr txBox="1"/>
          <p:nvPr/>
        </p:nvSpPr>
        <p:spPr>
          <a:xfrm>
            <a:off x="2678664" y="898103"/>
            <a:ext cx="14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Aug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CE7A41F-6BFF-DA22-46C7-907F2F8256E8}"/>
              </a:ext>
            </a:extLst>
          </p:cNvPr>
          <p:cNvSpPr txBox="1"/>
          <p:nvPr/>
        </p:nvSpPr>
        <p:spPr>
          <a:xfrm>
            <a:off x="4288481" y="906456"/>
            <a:ext cx="14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Sept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7D7989B-9E02-C681-274C-6BCAE6F7A8CA}"/>
              </a:ext>
            </a:extLst>
          </p:cNvPr>
          <p:cNvSpPr txBox="1"/>
          <p:nvPr/>
        </p:nvSpPr>
        <p:spPr>
          <a:xfrm>
            <a:off x="5885752" y="897639"/>
            <a:ext cx="14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Oct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54BB7E-EF81-C70D-D746-D55D2A17AC51}"/>
              </a:ext>
            </a:extLst>
          </p:cNvPr>
          <p:cNvSpPr/>
          <p:nvPr/>
        </p:nvSpPr>
        <p:spPr>
          <a:xfrm>
            <a:off x="7569759" y="877403"/>
            <a:ext cx="1440000" cy="360000"/>
          </a:xfrm>
          <a:prstGeom prst="rect">
            <a:avLst/>
          </a:prstGeom>
          <a:solidFill>
            <a:srgbClr val="7BA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50C3FFA-C2B7-0AA2-EAC8-D2AFA7C988E7}"/>
              </a:ext>
            </a:extLst>
          </p:cNvPr>
          <p:cNvSpPr txBox="1"/>
          <p:nvPr/>
        </p:nvSpPr>
        <p:spPr>
          <a:xfrm>
            <a:off x="7542938" y="893065"/>
            <a:ext cx="14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Nov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6167A9-F75E-F7CB-D34B-5442119DD24A}"/>
              </a:ext>
            </a:extLst>
          </p:cNvPr>
          <p:cNvSpPr/>
          <p:nvPr/>
        </p:nvSpPr>
        <p:spPr>
          <a:xfrm>
            <a:off x="1060040" y="871399"/>
            <a:ext cx="1440000" cy="36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FBD25-47E1-B4EA-BE73-E76D587F75EC}"/>
              </a:ext>
            </a:extLst>
          </p:cNvPr>
          <p:cNvSpPr txBox="1"/>
          <p:nvPr/>
        </p:nvSpPr>
        <p:spPr>
          <a:xfrm>
            <a:off x="1033219" y="898103"/>
            <a:ext cx="14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Jul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FFE82C-C7CC-81D0-27D1-05B094391299}"/>
              </a:ext>
            </a:extLst>
          </p:cNvPr>
          <p:cNvSpPr/>
          <p:nvPr/>
        </p:nvSpPr>
        <p:spPr>
          <a:xfrm>
            <a:off x="1126064" y="2501238"/>
            <a:ext cx="116332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96BF0D-D32B-46D9-FDE1-7C80FABDE643}"/>
              </a:ext>
            </a:extLst>
          </p:cNvPr>
          <p:cNvSpPr/>
          <p:nvPr/>
        </p:nvSpPr>
        <p:spPr>
          <a:xfrm>
            <a:off x="1129040" y="1501985"/>
            <a:ext cx="108000" cy="10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6C0A674-8EBB-2458-75AC-2B0FE7988D2A}"/>
              </a:ext>
            </a:extLst>
          </p:cNvPr>
          <p:cNvSpPr/>
          <p:nvPr/>
        </p:nvSpPr>
        <p:spPr>
          <a:xfrm>
            <a:off x="1123632" y="1671072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D8A27A3-E2C5-A8B5-F99D-A9E04EAF5DE3}"/>
              </a:ext>
            </a:extLst>
          </p:cNvPr>
          <p:cNvSpPr/>
          <p:nvPr/>
        </p:nvSpPr>
        <p:spPr>
          <a:xfrm>
            <a:off x="1120489" y="1837704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5CFED07-6FCE-FD71-8041-8F6A60216DD8}"/>
              </a:ext>
            </a:extLst>
          </p:cNvPr>
          <p:cNvSpPr/>
          <p:nvPr/>
        </p:nvSpPr>
        <p:spPr>
          <a:xfrm>
            <a:off x="1115931" y="2010005"/>
            <a:ext cx="108000" cy="108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673C6DC-56FE-4853-55DE-01A436E1235F}"/>
              </a:ext>
            </a:extLst>
          </p:cNvPr>
          <p:cNvSpPr/>
          <p:nvPr/>
        </p:nvSpPr>
        <p:spPr>
          <a:xfrm>
            <a:off x="1116697" y="2353738"/>
            <a:ext cx="108000" cy="108000"/>
          </a:xfrm>
          <a:prstGeom prst="ellipse">
            <a:avLst/>
          </a:prstGeom>
          <a:solidFill>
            <a:srgbClr val="FB0DC8"/>
          </a:solidFill>
          <a:ln>
            <a:solidFill>
              <a:srgbClr val="FB0D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A1BBF9D-685B-668D-8099-3E9A7BCFCAA3}"/>
              </a:ext>
            </a:extLst>
          </p:cNvPr>
          <p:cNvSpPr/>
          <p:nvPr/>
        </p:nvSpPr>
        <p:spPr>
          <a:xfrm>
            <a:off x="1119897" y="2170327"/>
            <a:ext cx="108000" cy="1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40D9DE5-D721-F845-0B35-653F295C313A}"/>
              </a:ext>
            </a:extLst>
          </p:cNvPr>
          <p:cNvSpPr/>
          <p:nvPr/>
        </p:nvSpPr>
        <p:spPr>
          <a:xfrm>
            <a:off x="9253766" y="876567"/>
            <a:ext cx="1440000" cy="360000"/>
          </a:xfrm>
          <a:prstGeom prst="rect">
            <a:avLst/>
          </a:prstGeom>
          <a:solidFill>
            <a:srgbClr val="7BA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13">
            <a:extLst>
              <a:ext uri="{FF2B5EF4-FFF2-40B4-BE49-F238E27FC236}">
                <a16:creationId xmlns:a16="http://schemas.microsoft.com/office/drawing/2014/main" id="{78865052-5893-9A30-70D2-B50EF34DB9FB}"/>
              </a:ext>
            </a:extLst>
          </p:cNvPr>
          <p:cNvSpPr txBox="1"/>
          <p:nvPr/>
        </p:nvSpPr>
        <p:spPr>
          <a:xfrm>
            <a:off x="9226945" y="892229"/>
            <a:ext cx="1440000" cy="369332"/>
          </a:xfrm>
          <a:prstGeom prst="rect">
            <a:avLst/>
          </a:prstGeom>
          <a:solidFill>
            <a:srgbClr val="0066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prstClr val="white"/>
                </a:solidFill>
                <a:latin typeface="Calibri" panose="020F0502020204030204" pitchFamily="34" charset="0"/>
              </a:rPr>
              <a:t>Dec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4E64F62-A237-BFA8-68E4-82BB280E1DFB}"/>
              </a:ext>
            </a:extLst>
          </p:cNvPr>
          <p:cNvSpPr/>
          <p:nvPr/>
        </p:nvSpPr>
        <p:spPr>
          <a:xfrm>
            <a:off x="2678664" y="1402993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72C0A7-FDB9-CD32-A1F8-38C6B15987D6}"/>
              </a:ext>
            </a:extLst>
          </p:cNvPr>
          <p:cNvSpPr/>
          <p:nvPr/>
        </p:nvSpPr>
        <p:spPr>
          <a:xfrm>
            <a:off x="4333381" y="1425300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A938049-E412-4622-9CB6-14B046D9E8AD}"/>
              </a:ext>
            </a:extLst>
          </p:cNvPr>
          <p:cNvSpPr/>
          <p:nvPr/>
        </p:nvSpPr>
        <p:spPr>
          <a:xfrm>
            <a:off x="5891268" y="1414222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8028C2-8AB0-DB9C-524B-D01046B4EC97}"/>
              </a:ext>
            </a:extLst>
          </p:cNvPr>
          <p:cNvSpPr/>
          <p:nvPr/>
        </p:nvSpPr>
        <p:spPr>
          <a:xfrm>
            <a:off x="7569758" y="1380043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FD847A-CCE1-53E1-D6F4-D33DA6754354}"/>
              </a:ext>
            </a:extLst>
          </p:cNvPr>
          <p:cNvSpPr/>
          <p:nvPr/>
        </p:nvSpPr>
        <p:spPr>
          <a:xfrm>
            <a:off x="9262252" y="1394442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79443F-4CC6-B685-6EF2-5E68D6CF6AF2}"/>
              </a:ext>
            </a:extLst>
          </p:cNvPr>
          <p:cNvSpPr/>
          <p:nvPr/>
        </p:nvSpPr>
        <p:spPr>
          <a:xfrm>
            <a:off x="1058074" y="4025306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8B9E1-9D18-CF8A-C2A2-FD9F78C33ADA}"/>
              </a:ext>
            </a:extLst>
          </p:cNvPr>
          <p:cNvSpPr/>
          <p:nvPr/>
        </p:nvSpPr>
        <p:spPr>
          <a:xfrm>
            <a:off x="2671124" y="3497070"/>
            <a:ext cx="1440000" cy="360000"/>
          </a:xfrm>
          <a:prstGeom prst="rect">
            <a:avLst/>
          </a:prstGeom>
          <a:solidFill>
            <a:srgbClr val="B62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B215E-D80B-11CC-CA7B-E69807A9ADF1}"/>
              </a:ext>
            </a:extLst>
          </p:cNvPr>
          <p:cNvSpPr/>
          <p:nvPr/>
        </p:nvSpPr>
        <p:spPr>
          <a:xfrm>
            <a:off x="4282208" y="3505423"/>
            <a:ext cx="1440000" cy="360000"/>
          </a:xfrm>
          <a:prstGeom prst="rect">
            <a:avLst/>
          </a:prstGeom>
          <a:solidFill>
            <a:srgbClr val="F99D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32DB5C-2072-2802-ECBE-E494D6B09AD7}"/>
              </a:ext>
            </a:extLst>
          </p:cNvPr>
          <p:cNvSpPr/>
          <p:nvPr/>
        </p:nvSpPr>
        <p:spPr>
          <a:xfrm>
            <a:off x="5912573" y="3496606"/>
            <a:ext cx="1440000" cy="360000"/>
          </a:xfrm>
          <a:prstGeom prst="rect">
            <a:avLst/>
          </a:prstGeom>
          <a:solidFill>
            <a:srgbClr val="05AA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0551556C-2A31-12C3-A2F3-441FCCC96E32}"/>
              </a:ext>
            </a:extLst>
          </p:cNvPr>
          <p:cNvSpPr txBox="1"/>
          <p:nvPr/>
        </p:nvSpPr>
        <p:spPr>
          <a:xfrm>
            <a:off x="2678664" y="3522923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Feb 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A9A49C0D-CDEE-D375-BE76-17E1B2AD3063}"/>
              </a:ext>
            </a:extLst>
          </p:cNvPr>
          <p:cNvSpPr txBox="1"/>
          <p:nvPr/>
        </p:nvSpPr>
        <p:spPr>
          <a:xfrm>
            <a:off x="4288481" y="3531276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3EDBA971-B5CB-D46A-24A6-E448332D321A}"/>
              </a:ext>
            </a:extLst>
          </p:cNvPr>
          <p:cNvSpPr txBox="1"/>
          <p:nvPr/>
        </p:nvSpPr>
        <p:spPr>
          <a:xfrm>
            <a:off x="5885752" y="3522459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Apr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6A8A6B-7B60-5652-E233-6F576E73CAEC}"/>
              </a:ext>
            </a:extLst>
          </p:cNvPr>
          <p:cNvSpPr/>
          <p:nvPr/>
        </p:nvSpPr>
        <p:spPr>
          <a:xfrm>
            <a:off x="7569759" y="3502223"/>
            <a:ext cx="1440000" cy="360000"/>
          </a:xfrm>
          <a:prstGeom prst="rect">
            <a:avLst/>
          </a:prstGeom>
          <a:solidFill>
            <a:srgbClr val="7BA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009DF729-BE69-76A8-D403-5ACF135E63DC}"/>
              </a:ext>
            </a:extLst>
          </p:cNvPr>
          <p:cNvSpPr txBox="1"/>
          <p:nvPr/>
        </p:nvSpPr>
        <p:spPr>
          <a:xfrm>
            <a:off x="7542938" y="3517885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120B31-5233-8AED-BA1B-3B33E4844E82}"/>
              </a:ext>
            </a:extLst>
          </p:cNvPr>
          <p:cNvSpPr/>
          <p:nvPr/>
        </p:nvSpPr>
        <p:spPr>
          <a:xfrm>
            <a:off x="1060040" y="3496219"/>
            <a:ext cx="1440000" cy="36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DEB0B0-67E7-E624-C7EC-33EEF53949D1}"/>
              </a:ext>
            </a:extLst>
          </p:cNvPr>
          <p:cNvSpPr txBox="1"/>
          <p:nvPr/>
        </p:nvSpPr>
        <p:spPr>
          <a:xfrm>
            <a:off x="1033219" y="3522923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Jan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8A8EED-A5CA-2A73-2F36-8240C18FB4BD}"/>
              </a:ext>
            </a:extLst>
          </p:cNvPr>
          <p:cNvSpPr/>
          <p:nvPr/>
        </p:nvSpPr>
        <p:spPr>
          <a:xfrm>
            <a:off x="9253766" y="3501387"/>
            <a:ext cx="1440000" cy="360000"/>
          </a:xfrm>
          <a:prstGeom prst="rect">
            <a:avLst/>
          </a:prstGeom>
          <a:solidFill>
            <a:srgbClr val="7BA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73723D41-8AD0-4673-D199-9C60E75F994C}"/>
              </a:ext>
            </a:extLst>
          </p:cNvPr>
          <p:cNvSpPr txBox="1"/>
          <p:nvPr/>
        </p:nvSpPr>
        <p:spPr>
          <a:xfrm>
            <a:off x="9226945" y="3517049"/>
            <a:ext cx="1440000" cy="369332"/>
          </a:xfrm>
          <a:prstGeom prst="rect">
            <a:avLst/>
          </a:prstGeom>
          <a:solidFill>
            <a:srgbClr val="0066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prstClr val="white"/>
                </a:solidFill>
                <a:latin typeface="Calibri" panose="020F0502020204030204" pitchFamily="34" charset="0"/>
              </a:rPr>
              <a:t>Jun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27D73B0-C671-D8D2-70C2-575EB0928067}"/>
              </a:ext>
            </a:extLst>
          </p:cNvPr>
          <p:cNvSpPr/>
          <p:nvPr/>
        </p:nvSpPr>
        <p:spPr>
          <a:xfrm>
            <a:off x="2678664" y="4027813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F87428-5B77-247A-77E3-38254758EBD2}"/>
              </a:ext>
            </a:extLst>
          </p:cNvPr>
          <p:cNvSpPr/>
          <p:nvPr/>
        </p:nvSpPr>
        <p:spPr>
          <a:xfrm>
            <a:off x="4333381" y="4050120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9F2938-476E-DE50-25E0-C30F82352AEA}"/>
              </a:ext>
            </a:extLst>
          </p:cNvPr>
          <p:cNvSpPr/>
          <p:nvPr/>
        </p:nvSpPr>
        <p:spPr>
          <a:xfrm>
            <a:off x="5891268" y="4039042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6A6E00-B267-45AE-2ECA-18328161544F}"/>
              </a:ext>
            </a:extLst>
          </p:cNvPr>
          <p:cNvSpPr/>
          <p:nvPr/>
        </p:nvSpPr>
        <p:spPr>
          <a:xfrm>
            <a:off x="7569758" y="4004863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Camp0aigns names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F89B23-8F09-EA28-0C05-F96A0D6E0432}"/>
              </a:ext>
            </a:extLst>
          </p:cNvPr>
          <p:cNvSpPr/>
          <p:nvPr/>
        </p:nvSpPr>
        <p:spPr>
          <a:xfrm>
            <a:off x="9262252" y="4019262"/>
            <a:ext cx="1440001" cy="166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Camp0aigns names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latin typeface="Calibri" panose="020F0502020204030204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8C378C-0BD9-CE40-B91F-B632278B7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" y="4728105"/>
            <a:ext cx="883997" cy="12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1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9561B-6003-2B16-4BE4-E36814522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127" y="2539514"/>
            <a:ext cx="5193446" cy="17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8205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B2B3739B431C4FA3E50DE0E7D9C0B3" ma:contentTypeVersion="15" ma:contentTypeDescription="Create a new document." ma:contentTypeScope="" ma:versionID="ced065871f9f78e66b77257e822f40ed">
  <xsd:schema xmlns:xsd="http://www.w3.org/2001/XMLSchema" xmlns:xs="http://www.w3.org/2001/XMLSchema" xmlns:p="http://schemas.microsoft.com/office/2006/metadata/properties" xmlns:ns2="51fca63d-a930-48f5-b88a-a35d2e299a1f" xmlns:ns3="35f96f68-320a-4a47-830f-3e7031eee100" targetNamespace="http://schemas.microsoft.com/office/2006/metadata/properties" ma:root="true" ma:fieldsID="90a69c0d2e88603622cbb005db3c6ba9" ns2:_="" ns3:_="">
    <xsd:import namespace="51fca63d-a930-48f5-b88a-a35d2e299a1f"/>
    <xsd:import namespace="35f96f68-320a-4a47-830f-3e7031eee1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fca63d-a930-48f5-b88a-a35d2e299a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f1f514-25e3-4a82-9e35-e701433ca6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96f68-320a-4a47-830f-3e7031eee10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491238c-f371-4da2-aa9c-c0e3373fd947}" ma:internalName="TaxCatchAll" ma:showField="CatchAllData" ma:web="35f96f68-320a-4a47-830f-3e7031ee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5f96f68-320a-4a47-830f-3e7031eee100">
      <UserInfo>
        <DisplayName/>
        <AccountId xsi:nil="true"/>
        <AccountType/>
      </UserInfo>
    </SharedWithUsers>
    <TaxCatchAll xmlns="35f96f68-320a-4a47-830f-3e7031eee100" xsi:nil="true"/>
    <lcf76f155ced4ddcb4097134ff3c332f xmlns="51fca63d-a930-48f5-b88a-a35d2e299a1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E040EAD-1322-4FE1-9AF6-60FC5BD96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25AE2D-C31C-4818-AF68-5407BBE5CE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fca63d-a930-48f5-b88a-a35d2e299a1f"/>
    <ds:schemaRef ds:uri="35f96f68-320a-4a47-830f-3e7031eee1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A978DE-3DCA-4809-A9DC-1EE8485F9872}">
  <ds:schemaRefs>
    <ds:schemaRef ds:uri="35f96f68-320a-4a47-830f-3e7031eee100"/>
    <ds:schemaRef ds:uri="51fca63d-a930-48f5-b88a-a35d2e299a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Office PowerPoint</Application>
  <PresentationFormat>Widescreen</PresentationFormat>
  <Paragraphs>222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Mokomane, Katlego</dc:creator>
  <cp:lastModifiedBy>Morris, Christopher</cp:lastModifiedBy>
  <cp:revision>4</cp:revision>
  <dcterms:created xsi:type="dcterms:W3CDTF">2024-05-24T10:18:54Z</dcterms:created>
  <dcterms:modified xsi:type="dcterms:W3CDTF">2026-03-24T07:02:28Z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16eec4e-c7b8-491d-b7d8-90a69632743d_Enabled">
    <vt:lpwstr>true</vt:lpwstr>
  </property>
  <property fmtid="{D5CDD505-2E9C-101B-9397-08002B2CF9AE}" pid="3" name="MSIP_Label_216eec4e-c7b8-491d-b7d8-90a69632743d_SetDate">
    <vt:lpwstr>2024-05-24T11:43:57Z</vt:lpwstr>
  </property>
  <property fmtid="{D5CDD505-2E9C-101B-9397-08002B2CF9AE}" pid="4" name="MSIP_Label_216eec4e-c7b8-491d-b7d8-90a69632743d_Method">
    <vt:lpwstr>Standard</vt:lpwstr>
  </property>
  <property fmtid="{D5CDD505-2E9C-101B-9397-08002B2CF9AE}" pid="5" name="MSIP_Label_216eec4e-c7b8-491d-b7d8-90a69632743d_Name">
    <vt:lpwstr>216eec4e-c7b8-491d-b7d8-90a69632743d</vt:lpwstr>
  </property>
  <property fmtid="{D5CDD505-2E9C-101B-9397-08002B2CF9AE}" pid="6" name="MSIP_Label_216eec4e-c7b8-491d-b7d8-90a69632743d_SiteId">
    <vt:lpwstr>4032514a-830a-4f20-9539-81bbc35b3cd9</vt:lpwstr>
  </property>
  <property fmtid="{D5CDD505-2E9C-101B-9397-08002B2CF9AE}" pid="7" name="MSIP_Label_216eec4e-c7b8-491d-b7d8-90a69632743d_ActionId">
    <vt:lpwstr>7e154028-498f-4cd0-a84b-f7ff80ae626a</vt:lpwstr>
  </property>
  <property fmtid="{D5CDD505-2E9C-101B-9397-08002B2CF9AE}" pid="8" name="MSIP_Label_216eec4e-c7b8-491d-b7d8-90a69632743d_ContentBits">
    <vt:lpwstr>0</vt:lpwstr>
  </property>
  <property fmtid="{D5CDD505-2E9C-101B-9397-08002B2CF9AE}" pid="9" name="ContentTypeId">
    <vt:lpwstr>0x010100AEB2B3739B431C4FA3E50DE0E7D9C0B3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lpwstr/>
  </property>
</Properties>
</file>